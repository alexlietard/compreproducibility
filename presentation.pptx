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32C8DC-050B-42FA-910C-E4F22DF42549}" v="15" dt="2026-06-05T11:55:37.7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874" y="31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e Lietard" userId="4ed4568d-87dc-41a3-b1cd-681653f54c31" providerId="ADAL" clId="{39935140-010E-4189-9B3B-400B83565928}"/>
    <pc:docChg chg="custSel addSld modSld">
      <pc:chgData name="Alexandre Lietard" userId="4ed4568d-87dc-41a3-b1cd-681653f54c31" providerId="ADAL" clId="{39935140-010E-4189-9B3B-400B83565928}" dt="2026-06-05T12:07:10.336" v="866" actId="20577"/>
      <pc:docMkLst>
        <pc:docMk/>
      </pc:docMkLst>
      <pc:sldChg chg="addSp delSp modSp new mod">
        <pc:chgData name="Alexandre Lietard" userId="4ed4568d-87dc-41a3-b1cd-681653f54c31" providerId="ADAL" clId="{39935140-010E-4189-9B3B-400B83565928}" dt="2026-06-05T11:43:26.424" v="78" actId="1076"/>
        <pc:sldMkLst>
          <pc:docMk/>
          <pc:sldMk cId="4155586191" sldId="256"/>
        </pc:sldMkLst>
        <pc:spChg chg="del">
          <ac:chgData name="Alexandre Lietard" userId="4ed4568d-87dc-41a3-b1cd-681653f54c31" providerId="ADAL" clId="{39935140-010E-4189-9B3B-400B83565928}" dt="2026-06-05T11:41:53.667" v="1" actId="478"/>
          <ac:spMkLst>
            <pc:docMk/>
            <pc:sldMk cId="4155586191" sldId="256"/>
            <ac:spMk id="2" creationId="{DEC02FF2-EF64-4CEE-E645-A33227E12BF7}"/>
          </ac:spMkLst>
        </pc:spChg>
        <pc:spChg chg="del">
          <ac:chgData name="Alexandre Lietard" userId="4ed4568d-87dc-41a3-b1cd-681653f54c31" providerId="ADAL" clId="{39935140-010E-4189-9B3B-400B83565928}" dt="2026-06-05T11:41:53.667" v="1" actId="478"/>
          <ac:spMkLst>
            <pc:docMk/>
            <pc:sldMk cId="4155586191" sldId="256"/>
            <ac:spMk id="3" creationId="{61BF7CC8-2D47-370C-61DD-7552D1591596}"/>
          </ac:spMkLst>
        </pc:spChg>
        <pc:spChg chg="add mod">
          <ac:chgData name="Alexandre Lietard" userId="4ed4568d-87dc-41a3-b1cd-681653f54c31" providerId="ADAL" clId="{39935140-010E-4189-9B3B-400B83565928}" dt="2026-06-05T11:43:05.839" v="61" actId="1076"/>
          <ac:spMkLst>
            <pc:docMk/>
            <pc:sldMk cId="4155586191" sldId="256"/>
            <ac:spMk id="4" creationId="{90DF6E75-6909-BDBE-6AAD-7395AB472E3B}"/>
          </ac:spMkLst>
        </pc:spChg>
        <pc:spChg chg="add mod">
          <ac:chgData name="Alexandre Lietard" userId="4ed4568d-87dc-41a3-b1cd-681653f54c31" providerId="ADAL" clId="{39935140-010E-4189-9B3B-400B83565928}" dt="2026-06-05T11:43:26.424" v="78" actId="1076"/>
          <ac:spMkLst>
            <pc:docMk/>
            <pc:sldMk cId="4155586191" sldId="256"/>
            <ac:spMk id="5" creationId="{F0451392-2EFD-B7D2-7BF4-6B86A87F98EA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5T11:48:39.531" v="205" actId="20577"/>
        <pc:sldMkLst>
          <pc:docMk/>
          <pc:sldMk cId="3556036503" sldId="257"/>
        </pc:sldMkLst>
        <pc:spChg chg="add mod">
          <ac:chgData name="Alexandre Lietard" userId="4ed4568d-87dc-41a3-b1cd-681653f54c31" providerId="ADAL" clId="{39935140-010E-4189-9B3B-400B83565928}" dt="2026-06-05T11:44:44.423" v="102" actId="115"/>
          <ac:spMkLst>
            <pc:docMk/>
            <pc:sldMk cId="3556036503" sldId="257"/>
            <ac:spMk id="2" creationId="{B08D1547-994B-D248-9CE2-FB19BED70AE3}"/>
          </ac:spMkLst>
        </pc:spChg>
        <pc:spChg chg="add mod">
          <ac:chgData name="Alexandre Lietard" userId="4ed4568d-87dc-41a3-b1cd-681653f54c31" providerId="ADAL" clId="{39935140-010E-4189-9B3B-400B83565928}" dt="2026-06-05T11:46:02.150" v="154" actId="20577"/>
          <ac:spMkLst>
            <pc:docMk/>
            <pc:sldMk cId="3556036503" sldId="257"/>
            <ac:spMk id="3" creationId="{FB8F47FB-3D82-ED66-AAC8-2988913F7AD3}"/>
          </ac:spMkLst>
        </pc:spChg>
        <pc:spChg chg="del">
          <ac:chgData name="Alexandre Lietard" userId="4ed4568d-87dc-41a3-b1cd-681653f54c31" providerId="ADAL" clId="{39935140-010E-4189-9B3B-400B83565928}" dt="2026-06-05T11:44:16.997" v="80" actId="478"/>
          <ac:spMkLst>
            <pc:docMk/>
            <pc:sldMk cId="3556036503" sldId="257"/>
            <ac:spMk id="4" creationId="{C2273D27-1FD4-0137-7103-A498078B23E2}"/>
          </ac:spMkLst>
        </pc:spChg>
        <pc:spChg chg="del">
          <ac:chgData name="Alexandre Lietard" userId="4ed4568d-87dc-41a3-b1cd-681653f54c31" providerId="ADAL" clId="{39935140-010E-4189-9B3B-400B83565928}" dt="2026-06-05T11:44:16.997" v="80" actId="478"/>
          <ac:spMkLst>
            <pc:docMk/>
            <pc:sldMk cId="3556036503" sldId="257"/>
            <ac:spMk id="5" creationId="{997A633E-FF25-846C-20C3-E89F193B5AF9}"/>
          </ac:spMkLst>
        </pc:spChg>
        <pc:spChg chg="add mod">
          <ac:chgData name="Alexandre Lietard" userId="4ed4568d-87dc-41a3-b1cd-681653f54c31" providerId="ADAL" clId="{39935140-010E-4189-9B3B-400B83565928}" dt="2026-06-05T11:48:39.531" v="205" actId="20577"/>
          <ac:spMkLst>
            <pc:docMk/>
            <pc:sldMk cId="3556036503" sldId="257"/>
            <ac:spMk id="6" creationId="{D1A70D60-9E45-2522-761A-214A78E549C0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5T11:54:01.116" v="556" actId="20577"/>
        <pc:sldMkLst>
          <pc:docMk/>
          <pc:sldMk cId="2925492065" sldId="258"/>
        </pc:sldMkLst>
        <pc:spChg chg="mod">
          <ac:chgData name="Alexandre Lietard" userId="4ed4568d-87dc-41a3-b1cd-681653f54c31" providerId="ADAL" clId="{39935140-010E-4189-9B3B-400B83565928}" dt="2026-06-05T11:48:49.853" v="230" actId="20577"/>
          <ac:spMkLst>
            <pc:docMk/>
            <pc:sldMk cId="2925492065" sldId="258"/>
            <ac:spMk id="2" creationId="{E09BFE12-A5A0-6B69-6D9B-BAE3697C8C9A}"/>
          </ac:spMkLst>
        </pc:spChg>
        <pc:spChg chg="del mod">
          <ac:chgData name="Alexandre Lietard" userId="4ed4568d-87dc-41a3-b1cd-681653f54c31" providerId="ADAL" clId="{39935140-010E-4189-9B3B-400B83565928}" dt="2026-06-05T11:48:44.237" v="208" actId="478"/>
          <ac:spMkLst>
            <pc:docMk/>
            <pc:sldMk cId="2925492065" sldId="258"/>
            <ac:spMk id="3" creationId="{FB643B13-806C-32AF-5779-0C58B19FF8B3}"/>
          </ac:spMkLst>
        </pc:spChg>
        <pc:spChg chg="add mod">
          <ac:chgData name="Alexandre Lietard" userId="4ed4568d-87dc-41a3-b1cd-681653f54c31" providerId="ADAL" clId="{39935140-010E-4189-9B3B-400B83565928}" dt="2026-06-05T11:54:01.116" v="556" actId="20577"/>
          <ac:spMkLst>
            <pc:docMk/>
            <pc:sldMk cId="2925492065" sldId="258"/>
            <ac:spMk id="4" creationId="{2DEA5CC6-D424-C5BE-0FD4-3D107BF9B69C}"/>
          </ac:spMkLst>
        </pc:spChg>
        <pc:spChg chg="del mod">
          <ac:chgData name="Alexandre Lietard" userId="4ed4568d-87dc-41a3-b1cd-681653f54c31" providerId="ADAL" clId="{39935140-010E-4189-9B3B-400B83565928}" dt="2026-06-05T11:48:44.237" v="208" actId="478"/>
          <ac:spMkLst>
            <pc:docMk/>
            <pc:sldMk cId="2925492065" sldId="258"/>
            <ac:spMk id="6" creationId="{2CF81D61-F7F4-F4F2-B2A3-3BF8B223F59F}"/>
          </ac:spMkLst>
        </pc:spChg>
      </pc:sldChg>
      <pc:sldChg chg="addSp modSp add mod">
        <pc:chgData name="Alexandre Lietard" userId="4ed4568d-87dc-41a3-b1cd-681653f54c31" providerId="ADAL" clId="{39935140-010E-4189-9B3B-400B83565928}" dt="2026-06-05T11:55:46.871" v="721" actId="1076"/>
        <pc:sldMkLst>
          <pc:docMk/>
          <pc:sldMk cId="2971724305" sldId="259"/>
        </pc:sldMkLst>
        <pc:spChg chg="add mod">
          <ac:chgData name="Alexandre Lietard" userId="4ed4568d-87dc-41a3-b1cd-681653f54c31" providerId="ADAL" clId="{39935140-010E-4189-9B3B-400B83565928}" dt="2026-06-05T11:54:42.388" v="582" actId="20577"/>
          <ac:spMkLst>
            <pc:docMk/>
            <pc:sldMk cId="2971724305" sldId="259"/>
            <ac:spMk id="3" creationId="{6D4CC4EB-E570-8684-3D35-55A2647126B3}"/>
          </ac:spMkLst>
        </pc:spChg>
        <pc:spChg chg="mod">
          <ac:chgData name="Alexandre Lietard" userId="4ed4568d-87dc-41a3-b1cd-681653f54c31" providerId="ADAL" clId="{39935140-010E-4189-9B3B-400B83565928}" dt="2026-06-05T11:55:46.871" v="721" actId="1076"/>
          <ac:spMkLst>
            <pc:docMk/>
            <pc:sldMk cId="2971724305" sldId="259"/>
            <ac:spMk id="4" creationId="{6A11742A-9EB3-9FAE-E4C7-0064914D6D15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5T12:07:10.336" v="866" actId="20577"/>
        <pc:sldMkLst>
          <pc:docMk/>
          <pc:sldMk cId="3293647687" sldId="260"/>
        </pc:sldMkLst>
        <pc:spChg chg="mod">
          <ac:chgData name="Alexandre Lietard" userId="4ed4568d-87dc-41a3-b1cd-681653f54c31" providerId="ADAL" clId="{39935140-010E-4189-9B3B-400B83565928}" dt="2026-06-05T11:58:16.904" v="728" actId="21"/>
          <ac:spMkLst>
            <pc:docMk/>
            <pc:sldMk cId="3293647687" sldId="260"/>
            <ac:spMk id="2" creationId="{E37182DB-97CE-144C-FB0F-3E0961BB71EB}"/>
          </ac:spMkLst>
        </pc:spChg>
        <pc:spChg chg="del">
          <ac:chgData name="Alexandre Lietard" userId="4ed4568d-87dc-41a3-b1cd-681653f54c31" providerId="ADAL" clId="{39935140-010E-4189-9B3B-400B83565928}" dt="2026-06-05T11:55:00.421" v="606" actId="478"/>
          <ac:spMkLst>
            <pc:docMk/>
            <pc:sldMk cId="3293647687" sldId="260"/>
            <ac:spMk id="3" creationId="{920E0B5C-4049-4509-7375-8C9D4ED93776}"/>
          </ac:spMkLst>
        </pc:spChg>
        <pc:spChg chg="del mod">
          <ac:chgData name="Alexandre Lietard" userId="4ed4568d-87dc-41a3-b1cd-681653f54c31" providerId="ADAL" clId="{39935140-010E-4189-9B3B-400B83565928}" dt="2026-06-05T11:55:00.421" v="606" actId="478"/>
          <ac:spMkLst>
            <pc:docMk/>
            <pc:sldMk cId="3293647687" sldId="260"/>
            <ac:spMk id="4" creationId="{0B809595-2B3D-8710-F241-8F7F77187653}"/>
          </ac:spMkLst>
        </pc:spChg>
        <pc:spChg chg="add del mod">
          <ac:chgData name="Alexandre Lietard" userId="4ed4568d-87dc-41a3-b1cd-681653f54c31" providerId="ADAL" clId="{39935140-010E-4189-9B3B-400B83565928}" dt="2026-06-05T11:55:43.131" v="720"/>
          <ac:spMkLst>
            <pc:docMk/>
            <pc:sldMk cId="3293647687" sldId="260"/>
            <ac:spMk id="5" creationId="{9DEE4921-CF80-E0A3-43E6-D89AF54722F0}"/>
          </ac:spMkLst>
        </pc:spChg>
        <pc:spChg chg="add mod">
          <ac:chgData name="Alexandre Lietard" userId="4ed4568d-87dc-41a3-b1cd-681653f54c31" providerId="ADAL" clId="{39935140-010E-4189-9B3B-400B83565928}" dt="2026-06-05T12:07:10.336" v="866" actId="20577"/>
          <ac:spMkLst>
            <pc:docMk/>
            <pc:sldMk cId="3293647687" sldId="260"/>
            <ac:spMk id="7" creationId="{0B725273-506B-4B33-CC21-60433FA0D18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809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01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779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2603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3506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7891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6660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3990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883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738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7006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16714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09934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8315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8083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861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7566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AA70C8C-210E-448A-9AA0-E52A8A20FA4E}" type="datetimeFigureOut">
              <a:rPr lang="fr-FR" smtClean="0"/>
              <a:t>05/06/2026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38845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DF6E75-6909-BDBE-6AAD-7395AB472E3B}"/>
              </a:ext>
            </a:extLst>
          </p:cNvPr>
          <p:cNvSpPr txBox="1"/>
          <p:nvPr/>
        </p:nvSpPr>
        <p:spPr>
          <a:xfrm>
            <a:off x="-291612" y="1228397"/>
            <a:ext cx="1277522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0" dirty="0">
                <a:latin typeface="Inter 24pt" panose="02000503000000020004" pitchFamily="2" charset="0"/>
                <a:ea typeface="Inter 24pt" panose="02000503000000020004" pitchFamily="2" charset="0"/>
              </a:rPr>
              <a:t>Computational reproducibility</a:t>
            </a:r>
            <a:endParaRPr lang="fr-FR" sz="14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451392-2EFD-B7D2-7BF4-6B86A87F98EA}"/>
              </a:ext>
            </a:extLst>
          </p:cNvPr>
          <p:cNvSpPr txBox="1"/>
          <p:nvPr/>
        </p:nvSpPr>
        <p:spPr>
          <a:xfrm>
            <a:off x="-291612" y="5746609"/>
            <a:ext cx="12775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 R users</a:t>
            </a:r>
            <a:endParaRPr lang="fr-FR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586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C849-F538-8936-6063-020884BF0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D1547-994B-D248-9CE2-FB19BED70AE3}"/>
              </a:ext>
            </a:extLst>
          </p:cNvPr>
          <p:cNvSpPr txBox="1"/>
          <p:nvPr/>
        </p:nvSpPr>
        <p:spPr>
          <a:xfrm>
            <a:off x="3885298" y="378372"/>
            <a:ext cx="44214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What’s that??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B8F47FB-3D82-ED66-AAC8-2988913F7AD3}"/>
              </a:ext>
            </a:extLst>
          </p:cNvPr>
          <p:cNvSpPr txBox="1"/>
          <p:nvPr/>
        </p:nvSpPr>
        <p:spPr>
          <a:xfrm>
            <a:off x="642858" y="1855075"/>
            <a:ext cx="10376834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Computational reproducibility “</a:t>
            </a:r>
            <a:r>
              <a:rPr lang="en-US" sz="3200" dirty="0"/>
              <a:t>means that when you use the </a:t>
            </a:r>
            <a:r>
              <a:rPr lang="en-US" sz="3200" b="1" dirty="0"/>
              <a:t>same data</a:t>
            </a:r>
            <a:r>
              <a:rPr lang="en-US" sz="3200" dirty="0"/>
              <a:t> as in the published article, you can reproduce the </a:t>
            </a:r>
            <a:r>
              <a:rPr lang="en-US" sz="3200" b="1" dirty="0"/>
              <a:t>same results</a:t>
            </a:r>
            <a:r>
              <a:rPr lang="en-US" sz="3200" dirty="0"/>
              <a:t>. In other words, if the </a:t>
            </a:r>
            <a:r>
              <a:rPr lang="en-US" sz="3200" b="1" dirty="0"/>
              <a:t>authors of the published article send you their data and code</a:t>
            </a:r>
            <a:r>
              <a:rPr lang="en-US" sz="3200" dirty="0"/>
              <a:t>, you should be able to get the exact same numbers as they report in their article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“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70D60-9E45-2522-761A-214A78E549C0}"/>
              </a:ext>
            </a:extLst>
          </p:cNvPr>
          <p:cNvSpPr txBox="1"/>
          <p:nvPr/>
        </p:nvSpPr>
        <p:spPr>
          <a:xfrm>
            <a:off x="642858" y="5516992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Isn’t it always the case when code is share??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036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85B3D-FECA-A80F-8FE0-37AD4C2F3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9BFE12-A5A0-6B69-6D9B-BAE3697C8C9A}"/>
              </a:ext>
            </a:extLst>
          </p:cNvPr>
          <p:cNvSpPr txBox="1"/>
          <p:nvPr/>
        </p:nvSpPr>
        <p:spPr>
          <a:xfrm>
            <a:off x="3885298" y="378372"/>
            <a:ext cx="431400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Some studies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A5CC6-D424-C5BE-0FD4-3D107BF9B69C}"/>
              </a:ext>
            </a:extLst>
          </p:cNvPr>
          <p:cNvSpPr txBox="1"/>
          <p:nvPr/>
        </p:nvSpPr>
        <p:spPr>
          <a:xfrm>
            <a:off x="642858" y="1855075"/>
            <a:ext cx="1037683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Hardwicke et al. 2021: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36% of computational reproducible when the code and data are share</a:t>
            </a:r>
          </a:p>
          <a:p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Cruwell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 et al 2023: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1 articles of 14 reproducible (and 3 others with minor deviation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Stodden et al 2018: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* 32% reproducible with minimal effort/minor difficulty</a:t>
            </a:r>
          </a:p>
        </p:txBody>
      </p:sp>
    </p:spTree>
    <p:extLst>
      <p:ext uri="{BB962C8B-B14F-4D97-AF65-F5344CB8AC3E}">
        <p14:creationId xmlns:p14="http://schemas.microsoft.com/office/powerpoint/2010/main" val="2925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940291-1FBB-2D99-AE93-96935367D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9B1AEC-93D4-2F9F-EF65-29940889116B}"/>
              </a:ext>
            </a:extLst>
          </p:cNvPr>
          <p:cNvSpPr txBox="1"/>
          <p:nvPr/>
        </p:nvSpPr>
        <p:spPr>
          <a:xfrm>
            <a:off x="3885298" y="378372"/>
            <a:ext cx="431400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Some studies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11742A-9EB3-9FAE-E4C7-0064914D6D15}"/>
              </a:ext>
            </a:extLst>
          </p:cNvPr>
          <p:cNvSpPr txBox="1"/>
          <p:nvPr/>
        </p:nvSpPr>
        <p:spPr>
          <a:xfrm>
            <a:off x="653018" y="1678313"/>
            <a:ext cx="103768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Hardwicke et al. 2021: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36% of computational reproducible when the code and data are share</a:t>
            </a:r>
          </a:p>
          <a:p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Cruwell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 et al 2023: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1 articles of 14 reproducible (and 3 others with minor deviation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Stodden et al 2018: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32% reproducible with minimal effort/minor difficulty</a:t>
            </a:r>
          </a:p>
          <a:p>
            <a:endParaRPr lang="en-US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4CC4EB-E570-8684-3D35-55A2647126B3}"/>
              </a:ext>
            </a:extLst>
          </p:cNvPr>
          <p:cNvSpPr txBox="1"/>
          <p:nvPr/>
        </p:nvSpPr>
        <p:spPr>
          <a:xfrm>
            <a:off x="449818" y="5925630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That’s not a lot :/</a:t>
            </a:r>
          </a:p>
        </p:txBody>
      </p:sp>
    </p:spTree>
    <p:extLst>
      <p:ext uri="{BB962C8B-B14F-4D97-AF65-F5344CB8AC3E}">
        <p14:creationId xmlns:p14="http://schemas.microsoft.com/office/powerpoint/2010/main" val="2971724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4249A-85FA-4ED4-0CC1-A59D3E6BE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182DB-97CE-144C-FB0F-3E0961BB71EB}"/>
              </a:ext>
            </a:extLst>
          </p:cNvPr>
          <p:cNvSpPr txBox="1"/>
          <p:nvPr/>
        </p:nvSpPr>
        <p:spPr>
          <a:xfrm>
            <a:off x="1211489" y="225972"/>
            <a:ext cx="931537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How to become reproducible?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725273-506B-4B33-CC21-60433FA0D18C}"/>
              </a:ext>
            </a:extLst>
          </p:cNvPr>
          <p:cNvSpPr txBox="1"/>
          <p:nvPr/>
        </p:nvSpPr>
        <p:spPr>
          <a:xfrm>
            <a:off x="497840" y="1628894"/>
            <a:ext cx="107492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2 dimensions: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Making the results section </a:t>
            </a:r>
            <a:r>
              <a:rPr lang="en-US" sz="35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computationnaly</a:t>
            </a: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Having a virtual environment </a:t>
            </a:r>
          </a:p>
        </p:txBody>
      </p:sp>
    </p:spTree>
    <p:extLst>
      <p:ext uri="{BB962C8B-B14F-4D97-AF65-F5344CB8AC3E}">
        <p14:creationId xmlns:p14="http://schemas.microsoft.com/office/powerpoint/2010/main" val="3293647687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0</TotalTime>
  <Words>203</Words>
  <Application>Microsoft Office PowerPoint</Application>
  <PresentationFormat>Widescreen</PresentationFormat>
  <Paragraphs>24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Corbel</vt:lpstr>
      <vt:lpstr>Inter 24pt</vt:lpstr>
      <vt:lpstr>Depth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Alexandre Lietard</dc:creator>
  <cp:lastModifiedBy>Alexandre Lietard</cp:lastModifiedBy>
  <cp:revision>1</cp:revision>
  <dcterms:created xsi:type="dcterms:W3CDTF">2026-06-05T11:41:46Z</dcterms:created>
  <dcterms:modified xsi:type="dcterms:W3CDTF">2026-06-05T12:07:19Z</dcterms:modified>
</cp:coreProperties>
</file>