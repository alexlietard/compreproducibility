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65" r:id="rId10"/>
    <p:sldId id="267" r:id="rId11"/>
    <p:sldId id="268" r:id="rId12"/>
    <p:sldId id="272" r:id="rId13"/>
    <p:sldId id="269" r:id="rId14"/>
    <p:sldId id="270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2D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32C8DC-050B-42FA-910C-E4F22DF42549}" v="191" dt="2026-06-09T07:34:53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Lietard" userId="4ed4568d-87dc-41a3-b1cd-681653f54c31" providerId="ADAL" clId="{39935140-010E-4189-9B3B-400B83565928}"/>
    <pc:docChg chg="undo custSel addSld delSld modSld sldOrd modMainMaster">
      <pc:chgData name="Alexandre Lietard" userId="4ed4568d-87dc-41a3-b1cd-681653f54c31" providerId="ADAL" clId="{39935140-010E-4189-9B3B-400B83565928}" dt="2026-06-09T07:35:02.680" v="5288" actId="47"/>
      <pc:docMkLst>
        <pc:docMk/>
      </pc:docMkLst>
      <pc:sldChg chg="addSp delSp modSp new mod">
        <pc:chgData name="Alexandre Lietard" userId="4ed4568d-87dc-41a3-b1cd-681653f54c31" providerId="ADAL" clId="{39935140-010E-4189-9B3B-400B83565928}" dt="2026-06-05T11:43:26.424" v="78" actId="1076"/>
        <pc:sldMkLst>
          <pc:docMk/>
          <pc:sldMk cId="4155586191" sldId="256"/>
        </pc:sldMkLst>
        <pc:spChg chg="add mod">
          <ac:chgData name="Alexandre Lietard" userId="4ed4568d-87dc-41a3-b1cd-681653f54c31" providerId="ADAL" clId="{39935140-010E-4189-9B3B-400B83565928}" dt="2026-06-05T11:43:05.839" v="61" actId="1076"/>
          <ac:spMkLst>
            <pc:docMk/>
            <pc:sldMk cId="4155586191" sldId="256"/>
            <ac:spMk id="4" creationId="{90DF6E75-6909-BDBE-6AAD-7395AB472E3B}"/>
          </ac:spMkLst>
        </pc:spChg>
        <pc:spChg chg="add mod">
          <ac:chgData name="Alexandre Lietard" userId="4ed4568d-87dc-41a3-b1cd-681653f54c31" providerId="ADAL" clId="{39935140-010E-4189-9B3B-400B83565928}" dt="2026-06-05T11:43:26.424" v="78" actId="1076"/>
          <ac:spMkLst>
            <pc:docMk/>
            <pc:sldMk cId="4155586191" sldId="256"/>
            <ac:spMk id="5" creationId="{F0451392-2EFD-B7D2-7BF4-6B86A87F98EA}"/>
          </ac:spMkLst>
        </pc:spChg>
      </pc:sldChg>
      <pc:sldChg chg="addSp delSp modSp add mod">
        <pc:chgData name="Alexandre Lietard" userId="4ed4568d-87dc-41a3-b1cd-681653f54c31" providerId="ADAL" clId="{39935140-010E-4189-9B3B-400B83565928}" dt="2026-06-08T09:58:35.367" v="3428" actId="20577"/>
        <pc:sldMkLst>
          <pc:docMk/>
          <pc:sldMk cId="3556036503" sldId="257"/>
        </pc:sldMkLst>
        <pc:spChg chg="add mod">
          <ac:chgData name="Alexandre Lietard" userId="4ed4568d-87dc-41a3-b1cd-681653f54c31" providerId="ADAL" clId="{39935140-010E-4189-9B3B-400B83565928}" dt="2026-06-05T11:44:44.423" v="102" actId="115"/>
          <ac:spMkLst>
            <pc:docMk/>
            <pc:sldMk cId="3556036503" sldId="257"/>
            <ac:spMk id="2" creationId="{B08D1547-994B-D248-9CE2-FB19BED70AE3}"/>
          </ac:spMkLst>
        </pc:spChg>
        <pc:spChg chg="add del mod">
          <ac:chgData name="Alexandre Lietard" userId="4ed4568d-87dc-41a3-b1cd-681653f54c31" providerId="ADAL" clId="{39935140-010E-4189-9B3B-400B83565928}" dt="2026-06-08T09:53:39.749" v="3207" actId="478"/>
          <ac:spMkLst>
            <pc:docMk/>
            <pc:sldMk cId="3556036503" sldId="257"/>
            <ac:spMk id="3" creationId="{FB8F47FB-3D82-ED66-AAC8-2988913F7AD3}"/>
          </ac:spMkLst>
        </pc:spChg>
        <pc:spChg chg="add mod">
          <ac:chgData name="Alexandre Lietard" userId="4ed4568d-87dc-41a3-b1cd-681653f54c31" providerId="ADAL" clId="{39935140-010E-4189-9B3B-400B83565928}" dt="2026-06-08T09:58:35.367" v="3428" actId="20577"/>
          <ac:spMkLst>
            <pc:docMk/>
            <pc:sldMk cId="3556036503" sldId="257"/>
            <ac:spMk id="6" creationId="{D1A70D60-9E45-2522-761A-214A78E549C0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9" creationId="{A376823A-6E27-2CFD-A19B-737ABBD3A747}"/>
          </ac:spMkLst>
        </pc:spChg>
        <pc:spChg chg="add mod">
          <ac:chgData name="Alexandre Lietard" userId="4ed4568d-87dc-41a3-b1cd-681653f54c31" providerId="ADAL" clId="{39935140-010E-4189-9B3B-400B83565928}" dt="2026-06-08T09:54:58.615" v="3234"/>
          <ac:spMkLst>
            <pc:docMk/>
            <pc:sldMk cId="3556036503" sldId="257"/>
            <ac:spMk id="10" creationId="{8C69E557-7C4A-0CAD-03DB-E4175B95394C}"/>
          </ac:spMkLst>
        </pc:spChg>
        <pc:spChg chg="add mod">
          <ac:chgData name="Alexandre Lietard" userId="4ed4568d-87dc-41a3-b1cd-681653f54c31" providerId="ADAL" clId="{39935140-010E-4189-9B3B-400B83565928}" dt="2026-06-08T09:55:00.616" v="3235"/>
          <ac:spMkLst>
            <pc:docMk/>
            <pc:sldMk cId="3556036503" sldId="257"/>
            <ac:spMk id="11" creationId="{ED82C41F-DDE0-2003-9391-B51AC3483E1B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12" creationId="{FB27D0D8-437F-5AB6-0501-7B9E675D563C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13" creationId="{5AF549E3-9093-109E-AA75-BEADE82AFE07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15" creationId="{FDFECFC9-F7FD-2FBF-3F75-0CF67C8B6129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16" creationId="{9A7ECA6D-AA9F-B063-9CD8-7F7A62728BAD}"/>
          </ac:spMkLst>
        </pc:spChg>
        <pc:spChg chg="add del mod">
          <ac:chgData name="Alexandre Lietard" userId="4ed4568d-87dc-41a3-b1cd-681653f54c31" providerId="ADAL" clId="{39935140-010E-4189-9B3B-400B83565928}" dt="2026-06-08T09:57:13.940" v="3338" actId="478"/>
          <ac:spMkLst>
            <pc:docMk/>
            <pc:sldMk cId="3556036503" sldId="257"/>
            <ac:spMk id="17" creationId="{4A8A062C-457E-0AC1-741A-51FE9C720B18}"/>
          </ac:spMkLst>
        </pc:spChg>
        <pc:spChg chg="add mod">
          <ac:chgData name="Alexandre Lietard" userId="4ed4568d-87dc-41a3-b1cd-681653f54c31" providerId="ADAL" clId="{39935140-010E-4189-9B3B-400B83565928}" dt="2026-06-08T09:57:58.571" v="3421" actId="1076"/>
          <ac:spMkLst>
            <pc:docMk/>
            <pc:sldMk cId="3556036503" sldId="257"/>
            <ac:spMk id="18" creationId="{9C17D95C-9574-23FB-8494-2F4632020E74}"/>
          </ac:spMkLst>
        </pc:spChg>
        <pc:spChg chg="add del mod">
          <ac:chgData name="Alexandre Lietard" userId="4ed4568d-87dc-41a3-b1cd-681653f54c31" providerId="ADAL" clId="{39935140-010E-4189-9B3B-400B83565928}" dt="2026-06-08T09:58:00.168" v="3422" actId="478"/>
          <ac:spMkLst>
            <pc:docMk/>
            <pc:sldMk cId="3556036503" sldId="257"/>
            <ac:spMk id="19" creationId="{5BC624D4-E74E-AB6A-C899-F5DE65128A4D}"/>
          </ac:spMkLst>
        </pc:spChg>
        <pc:spChg chg="add mod">
          <ac:chgData name="Alexandre Lietard" userId="4ed4568d-87dc-41a3-b1cd-681653f54c31" providerId="ADAL" clId="{39935140-010E-4189-9B3B-400B83565928}" dt="2026-06-08T09:57:55.006" v="3420" actId="113"/>
          <ac:spMkLst>
            <pc:docMk/>
            <pc:sldMk cId="3556036503" sldId="257"/>
            <ac:spMk id="20" creationId="{28E130AB-DC1F-708F-0649-2E32DA88E41F}"/>
          </ac:spMkLst>
        </pc:spChg>
        <pc:picChg chg="add mod">
          <ac:chgData name="Alexandre Lietard" userId="4ed4568d-87dc-41a3-b1cd-681653f54c31" providerId="ADAL" clId="{39935140-010E-4189-9B3B-400B83565928}" dt="2026-06-08T09:57:58.571" v="3421" actId="1076"/>
          <ac:picMkLst>
            <pc:docMk/>
            <pc:sldMk cId="3556036503" sldId="257"/>
            <ac:picMk id="5" creationId="{1DEFC165-4DF2-3A98-A823-15498DB8583F}"/>
          </ac:picMkLst>
        </pc:picChg>
        <pc:picChg chg="add mod">
          <ac:chgData name="Alexandre Lietard" userId="4ed4568d-87dc-41a3-b1cd-681653f54c31" providerId="ADAL" clId="{39935140-010E-4189-9B3B-400B83565928}" dt="2026-06-08T09:57:58.571" v="3421" actId="1076"/>
          <ac:picMkLst>
            <pc:docMk/>
            <pc:sldMk cId="3556036503" sldId="257"/>
            <ac:picMk id="8" creationId="{CD3D56EF-20D9-B0CB-3330-7D86D855FA80}"/>
          </ac:picMkLst>
        </pc:picChg>
      </pc:sldChg>
      <pc:sldChg chg="addSp delSp modSp add mod">
        <pc:chgData name="Alexandre Lietard" userId="4ed4568d-87dc-41a3-b1cd-681653f54c31" providerId="ADAL" clId="{39935140-010E-4189-9B3B-400B83565928}" dt="2026-06-08T15:06:54.208" v="4979" actId="20577"/>
        <pc:sldMkLst>
          <pc:docMk/>
          <pc:sldMk cId="2925492065" sldId="258"/>
        </pc:sldMkLst>
        <pc:spChg chg="mod">
          <ac:chgData name="Alexandre Lietard" userId="4ed4568d-87dc-41a3-b1cd-681653f54c31" providerId="ADAL" clId="{39935140-010E-4189-9B3B-400B83565928}" dt="2026-06-05T11:48:49.853" v="230" actId="20577"/>
          <ac:spMkLst>
            <pc:docMk/>
            <pc:sldMk cId="2925492065" sldId="258"/>
            <ac:spMk id="2" creationId="{E09BFE12-A5A0-6B69-6D9B-BAE3697C8C9A}"/>
          </ac:spMkLst>
        </pc:spChg>
        <pc:spChg chg="add mod">
          <ac:chgData name="Alexandre Lietard" userId="4ed4568d-87dc-41a3-b1cd-681653f54c31" providerId="ADAL" clId="{39935140-010E-4189-9B3B-400B83565928}" dt="2026-06-08T07:28:36.977" v="1517"/>
          <ac:spMkLst>
            <pc:docMk/>
            <pc:sldMk cId="2925492065" sldId="258"/>
            <ac:spMk id="3" creationId="{769C729F-9423-14A9-72DC-E7D347969603}"/>
          </ac:spMkLst>
        </pc:spChg>
        <pc:spChg chg="add mod">
          <ac:chgData name="Alexandre Lietard" userId="4ed4568d-87dc-41a3-b1cd-681653f54c31" providerId="ADAL" clId="{39935140-010E-4189-9B3B-400B83565928}" dt="2026-06-08T15:06:54.208" v="4979" actId="20577"/>
          <ac:spMkLst>
            <pc:docMk/>
            <pc:sldMk cId="2925492065" sldId="258"/>
            <ac:spMk id="4" creationId="{2DEA5CC6-D424-C5BE-0FD4-3D107BF9B69C}"/>
          </ac:spMkLst>
        </pc:spChg>
      </pc:sldChg>
      <pc:sldChg chg="addSp modSp add del mod">
        <pc:chgData name="Alexandre Lietard" userId="4ed4568d-87dc-41a3-b1cd-681653f54c31" providerId="ADAL" clId="{39935140-010E-4189-9B3B-400B83565928}" dt="2026-06-08T07:28:39.274" v="1518" actId="47"/>
        <pc:sldMkLst>
          <pc:docMk/>
          <pc:sldMk cId="2971724305" sldId="259"/>
        </pc:sldMkLst>
      </pc:sldChg>
      <pc:sldChg chg="addSp delSp modSp add mod">
        <pc:chgData name="Alexandre Lietard" userId="4ed4568d-87dc-41a3-b1cd-681653f54c31" providerId="ADAL" clId="{39935140-010E-4189-9B3B-400B83565928}" dt="2026-06-08T09:58:50.027" v="3429" actId="20577"/>
        <pc:sldMkLst>
          <pc:docMk/>
          <pc:sldMk cId="3293647687" sldId="260"/>
        </pc:sldMkLst>
        <pc:spChg chg="mod">
          <ac:chgData name="Alexandre Lietard" userId="4ed4568d-87dc-41a3-b1cd-681653f54c31" providerId="ADAL" clId="{39935140-010E-4189-9B3B-400B83565928}" dt="2026-06-05T11:58:16.904" v="728" actId="21"/>
          <ac:spMkLst>
            <pc:docMk/>
            <pc:sldMk cId="3293647687" sldId="260"/>
            <ac:spMk id="2" creationId="{E37182DB-97CE-144C-FB0F-3E0961BB71EB}"/>
          </ac:spMkLst>
        </pc:spChg>
        <pc:spChg chg="add mod">
          <ac:chgData name="Alexandre Lietard" userId="4ed4568d-87dc-41a3-b1cd-681653f54c31" providerId="ADAL" clId="{39935140-010E-4189-9B3B-400B83565928}" dt="2026-06-08T09:58:50.027" v="3429" actId="20577"/>
          <ac:spMkLst>
            <pc:docMk/>
            <pc:sldMk cId="3293647687" sldId="260"/>
            <ac:spMk id="7" creationId="{0B725273-506B-4B33-CC21-60433FA0D18C}"/>
          </ac:spMkLst>
        </pc:spChg>
      </pc:sldChg>
      <pc:sldChg chg="addSp delSp modSp add mod">
        <pc:chgData name="Alexandre Lietard" userId="4ed4568d-87dc-41a3-b1cd-681653f54c31" providerId="ADAL" clId="{39935140-010E-4189-9B3B-400B83565928}" dt="2026-06-08T15:07:30.437" v="5046" actId="20577"/>
        <pc:sldMkLst>
          <pc:docMk/>
          <pc:sldMk cId="3911135577" sldId="261"/>
        </pc:sldMkLst>
        <pc:spChg chg="mod">
          <ac:chgData name="Alexandre Lietard" userId="4ed4568d-87dc-41a3-b1cd-681653f54c31" providerId="ADAL" clId="{39935140-010E-4189-9B3B-400B83565928}" dt="2026-06-05T13:05:11.255" v="941" actId="1076"/>
          <ac:spMkLst>
            <pc:docMk/>
            <pc:sldMk cId="3911135577" sldId="261"/>
            <ac:spMk id="2" creationId="{0BA6F3B2-3D7D-3CCB-5F66-99FFBAFD8F8A}"/>
          </ac:spMkLst>
        </pc:spChg>
        <pc:spChg chg="add mod">
          <ac:chgData name="Alexandre Lietard" userId="4ed4568d-87dc-41a3-b1cd-681653f54c31" providerId="ADAL" clId="{39935140-010E-4189-9B3B-400B83565928}" dt="2026-06-08T15:07:30.437" v="5046" actId="20577"/>
          <ac:spMkLst>
            <pc:docMk/>
            <pc:sldMk cId="3911135577" sldId="261"/>
            <ac:spMk id="3" creationId="{4B5A6EEB-3F7A-A540-9FA3-8958350E8423}"/>
          </ac:spMkLst>
        </pc:spChg>
        <pc:picChg chg="add mod">
          <ac:chgData name="Alexandre Lietard" userId="4ed4568d-87dc-41a3-b1cd-681653f54c31" providerId="ADAL" clId="{39935140-010E-4189-9B3B-400B83565928}" dt="2026-06-08T15:07:23.162" v="5013" actId="1076"/>
          <ac:picMkLst>
            <pc:docMk/>
            <pc:sldMk cId="3911135577" sldId="261"/>
            <ac:picMk id="8" creationId="{E524E011-10F7-7AC6-3B91-72EEEDDB9E00}"/>
          </ac:picMkLst>
        </pc:picChg>
      </pc:sldChg>
      <pc:sldChg chg="addSp delSp modSp add mod">
        <pc:chgData name="Alexandre Lietard" userId="4ed4568d-87dc-41a3-b1cd-681653f54c31" providerId="ADAL" clId="{39935140-010E-4189-9B3B-400B83565928}" dt="2026-06-08T15:08:32.224" v="5115" actId="1076"/>
        <pc:sldMkLst>
          <pc:docMk/>
          <pc:sldMk cId="2066845361" sldId="262"/>
        </pc:sldMkLst>
        <pc:spChg chg="mod">
          <ac:chgData name="Alexandre Lietard" userId="4ed4568d-87dc-41a3-b1cd-681653f54c31" providerId="ADAL" clId="{39935140-010E-4189-9B3B-400B83565928}" dt="2026-06-08T15:08:16.742" v="5102" actId="115"/>
          <ac:spMkLst>
            <pc:docMk/>
            <pc:sldMk cId="2066845361" sldId="262"/>
            <ac:spMk id="2" creationId="{E5489FBD-8B5B-FF25-C987-CBB3174447EC}"/>
          </ac:spMkLst>
        </pc:spChg>
        <pc:spChg chg="add del mod">
          <ac:chgData name="Alexandre Lietard" userId="4ed4568d-87dc-41a3-b1cd-681653f54c31" providerId="ADAL" clId="{39935140-010E-4189-9B3B-400B83565928}" dt="2026-06-08T15:08:17.580" v="5104"/>
          <ac:spMkLst>
            <pc:docMk/>
            <pc:sldMk cId="2066845361" sldId="262"/>
            <ac:spMk id="3" creationId="{375A4F6C-4C4C-42AA-1680-4E699DCFDAD9}"/>
          </ac:spMkLst>
        </pc:spChg>
        <pc:spChg chg="add mod">
          <ac:chgData name="Alexandre Lietard" userId="4ed4568d-87dc-41a3-b1cd-681653f54c31" providerId="ADAL" clId="{39935140-010E-4189-9B3B-400B83565928}" dt="2026-06-08T15:08:28.645" v="5114" actId="20577"/>
          <ac:spMkLst>
            <pc:docMk/>
            <pc:sldMk cId="2066845361" sldId="262"/>
            <ac:spMk id="4" creationId="{48D4E38C-8A7E-2DDE-7B7F-D7DBEF760963}"/>
          </ac:spMkLst>
        </pc:spChg>
        <pc:spChg chg="add mod">
          <ac:chgData name="Alexandre Lietard" userId="4ed4568d-87dc-41a3-b1cd-681653f54c31" providerId="ADAL" clId="{39935140-010E-4189-9B3B-400B83565928}" dt="2026-06-08T15:08:32.224" v="5115" actId="1076"/>
          <ac:spMkLst>
            <pc:docMk/>
            <pc:sldMk cId="2066845361" sldId="262"/>
            <ac:spMk id="5" creationId="{35EF41CC-C746-EA49-3387-EF54CD341B9E}"/>
          </ac:spMkLst>
        </pc:spChg>
        <pc:spChg chg="add mod">
          <ac:chgData name="Alexandre Lietard" userId="4ed4568d-87dc-41a3-b1cd-681653f54c31" providerId="ADAL" clId="{39935140-010E-4189-9B3B-400B83565928}" dt="2026-06-08T15:08:32.224" v="5115" actId="1076"/>
          <ac:spMkLst>
            <pc:docMk/>
            <pc:sldMk cId="2066845361" sldId="262"/>
            <ac:spMk id="6" creationId="{8B03FE0B-BD1B-2550-54A2-0E36510EDCA4}"/>
          </ac:spMkLst>
        </pc:spChg>
      </pc:sldChg>
      <pc:sldChg chg="addSp delSp modSp add del mod">
        <pc:chgData name="Alexandre Lietard" userId="4ed4568d-87dc-41a3-b1cd-681653f54c31" providerId="ADAL" clId="{39935140-010E-4189-9B3B-400B83565928}" dt="2026-06-08T07:29:28.381" v="1539" actId="47"/>
        <pc:sldMkLst>
          <pc:docMk/>
          <pc:sldMk cId="2816744471" sldId="263"/>
        </pc:sldMkLst>
      </pc:sldChg>
      <pc:sldChg chg="addSp delSp modSp add mod">
        <pc:chgData name="Alexandre Lietard" userId="4ed4568d-87dc-41a3-b1cd-681653f54c31" providerId="ADAL" clId="{39935140-010E-4189-9B3B-400B83565928}" dt="2026-06-05T15:16:18.282" v="1313" actId="1076"/>
        <pc:sldMkLst>
          <pc:docMk/>
          <pc:sldMk cId="622552493" sldId="264"/>
        </pc:sldMkLst>
        <pc:spChg chg="add mod">
          <ac:chgData name="Alexandre Lietard" userId="4ed4568d-87dc-41a3-b1cd-681653f54c31" providerId="ADAL" clId="{39935140-010E-4189-9B3B-400B83565928}" dt="2026-06-05T15:15:47.663" v="1302" actId="14100"/>
          <ac:spMkLst>
            <pc:docMk/>
            <pc:sldMk cId="622552493" sldId="264"/>
            <ac:spMk id="11" creationId="{8D293B17-72E3-EAB0-BAAB-5C6EA274B731}"/>
          </ac:spMkLst>
        </pc:spChg>
        <pc:spChg chg="add mod">
          <ac:chgData name="Alexandre Lietard" userId="4ed4568d-87dc-41a3-b1cd-681653f54c31" providerId="ADAL" clId="{39935140-010E-4189-9B3B-400B83565928}" dt="2026-06-05T15:16:18.282" v="1313" actId="1076"/>
          <ac:spMkLst>
            <pc:docMk/>
            <pc:sldMk cId="622552493" sldId="264"/>
            <ac:spMk id="12" creationId="{7F501BCD-0C84-2E54-7E29-C43F6154031F}"/>
          </ac:spMkLst>
        </pc:spChg>
        <pc:picChg chg="add mod modCrop">
          <ac:chgData name="Alexandre Lietard" userId="4ed4568d-87dc-41a3-b1cd-681653f54c31" providerId="ADAL" clId="{39935140-010E-4189-9B3B-400B83565928}" dt="2026-06-05T15:15:08.345" v="1299" actId="1076"/>
          <ac:picMkLst>
            <pc:docMk/>
            <pc:sldMk cId="622552493" sldId="264"/>
            <ac:picMk id="6" creationId="{7AE7E756-7E76-40CA-CDA9-C759975A1715}"/>
          </ac:picMkLst>
        </pc:picChg>
      </pc:sldChg>
      <pc:sldChg chg="addSp delSp modSp add mod">
        <pc:chgData name="Alexandre Lietard" userId="4ed4568d-87dc-41a3-b1cd-681653f54c31" providerId="ADAL" clId="{39935140-010E-4189-9B3B-400B83565928}" dt="2026-06-08T15:10:49.857" v="5127" actId="1076"/>
        <pc:sldMkLst>
          <pc:docMk/>
          <pc:sldMk cId="102544954" sldId="265"/>
        </pc:sldMkLst>
        <pc:spChg chg="mod">
          <ac:chgData name="Alexandre Lietard" userId="4ed4568d-87dc-41a3-b1cd-681653f54c31" providerId="ADAL" clId="{39935140-010E-4189-9B3B-400B83565928}" dt="2026-06-08T08:58:26.799" v="1692" actId="20577"/>
          <ac:spMkLst>
            <pc:docMk/>
            <pc:sldMk cId="102544954" sldId="265"/>
            <ac:spMk id="2" creationId="{E9793258-BE9C-6633-B1ED-B9DCFE4366F5}"/>
          </ac:spMkLst>
        </pc:spChg>
        <pc:spChg chg="add del mod">
          <ac:chgData name="Alexandre Lietard" userId="4ed4568d-87dc-41a3-b1cd-681653f54c31" providerId="ADAL" clId="{39935140-010E-4189-9B3B-400B83565928}" dt="2026-06-08T07:32:13.112" v="1540" actId="478"/>
          <ac:spMkLst>
            <pc:docMk/>
            <pc:sldMk cId="102544954" sldId="265"/>
            <ac:spMk id="3" creationId="{5B5C87EC-1487-A21D-876B-02BC3EEF621D}"/>
          </ac:spMkLst>
        </pc:spChg>
        <pc:spChg chg="add mod">
          <ac:chgData name="Alexandre Lietard" userId="4ed4568d-87dc-41a3-b1cd-681653f54c31" providerId="ADAL" clId="{39935140-010E-4189-9B3B-400B83565928}" dt="2026-06-08T15:09:51.464" v="5116" actId="1076"/>
          <ac:spMkLst>
            <pc:docMk/>
            <pc:sldMk cId="102544954" sldId="265"/>
            <ac:spMk id="5" creationId="{C5B5A9AE-8EFD-1799-6331-10844CECC3E9}"/>
          </ac:spMkLst>
        </pc:spChg>
        <pc:spChg chg="add mod">
          <ac:chgData name="Alexandre Lietard" userId="4ed4568d-87dc-41a3-b1cd-681653f54c31" providerId="ADAL" clId="{39935140-010E-4189-9B3B-400B83565928}" dt="2026-06-08T15:09:51.464" v="5116" actId="1076"/>
          <ac:spMkLst>
            <pc:docMk/>
            <pc:sldMk cId="102544954" sldId="265"/>
            <ac:spMk id="6" creationId="{E3D8C4F1-DEBB-F739-61EC-5CA9C6963F9A}"/>
          </ac:spMkLst>
        </pc:spChg>
        <pc:spChg chg="add mod">
          <ac:chgData name="Alexandre Lietard" userId="4ed4568d-87dc-41a3-b1cd-681653f54c31" providerId="ADAL" clId="{39935140-010E-4189-9B3B-400B83565928}" dt="2026-06-08T15:09:51.464" v="5116" actId="1076"/>
          <ac:spMkLst>
            <pc:docMk/>
            <pc:sldMk cId="102544954" sldId="265"/>
            <ac:spMk id="7" creationId="{9FE6477E-1D9B-15F9-DFB5-57CBB2321D60}"/>
          </ac:spMkLst>
        </pc:spChg>
        <pc:spChg chg="add mod">
          <ac:chgData name="Alexandre Lietard" userId="4ed4568d-87dc-41a3-b1cd-681653f54c31" providerId="ADAL" clId="{39935140-010E-4189-9B3B-400B83565928}" dt="2026-06-08T15:09:51.464" v="5116" actId="1076"/>
          <ac:spMkLst>
            <pc:docMk/>
            <pc:sldMk cId="102544954" sldId="265"/>
            <ac:spMk id="8" creationId="{47CAC687-4C6B-BC11-C1C9-958493D6CB8F}"/>
          </ac:spMkLst>
        </pc:spChg>
        <pc:spChg chg="add mod">
          <ac:chgData name="Alexandre Lietard" userId="4ed4568d-87dc-41a3-b1cd-681653f54c31" providerId="ADAL" clId="{39935140-010E-4189-9B3B-400B83565928}" dt="2026-06-08T15:09:51.464" v="5116" actId="1076"/>
          <ac:spMkLst>
            <pc:docMk/>
            <pc:sldMk cId="102544954" sldId="265"/>
            <ac:spMk id="11" creationId="{1B1C6C02-E164-4CD7-9FA8-5AE323D2AF38}"/>
          </ac:spMkLst>
        </pc:spChg>
        <pc:picChg chg="add mod modCrop">
          <ac:chgData name="Alexandre Lietard" userId="4ed4568d-87dc-41a3-b1cd-681653f54c31" providerId="ADAL" clId="{39935140-010E-4189-9B3B-400B83565928}" dt="2026-06-08T15:09:51.464" v="5116" actId="1076"/>
          <ac:picMkLst>
            <pc:docMk/>
            <pc:sldMk cId="102544954" sldId="265"/>
            <ac:picMk id="4" creationId="{5DC3D830-A7A7-52A4-E402-0A776FC69484}"/>
          </ac:picMkLst>
        </pc:picChg>
        <pc:picChg chg="add del mod">
          <ac:chgData name="Alexandre Lietard" userId="4ed4568d-87dc-41a3-b1cd-681653f54c31" providerId="ADAL" clId="{39935140-010E-4189-9B3B-400B83565928}" dt="2026-06-08T15:10:38.744" v="5123" actId="478"/>
          <ac:picMkLst>
            <pc:docMk/>
            <pc:sldMk cId="102544954" sldId="265"/>
            <ac:picMk id="13" creationId="{9A1B5B0B-1230-692C-D86A-5F50FB19FA77}"/>
          </ac:picMkLst>
        </pc:picChg>
        <pc:picChg chg="add del">
          <ac:chgData name="Alexandre Lietard" userId="4ed4568d-87dc-41a3-b1cd-681653f54c31" providerId="ADAL" clId="{39935140-010E-4189-9B3B-400B83565928}" dt="2026-06-08T09:01:21.704" v="1783" actId="22"/>
          <ac:picMkLst>
            <pc:docMk/>
            <pc:sldMk cId="102544954" sldId="265"/>
            <ac:picMk id="14" creationId="{784858CB-AAA1-A127-295B-CDA7F2D16A81}"/>
          </ac:picMkLst>
        </pc:picChg>
        <pc:picChg chg="add mod">
          <ac:chgData name="Alexandre Lietard" userId="4ed4568d-87dc-41a3-b1cd-681653f54c31" providerId="ADAL" clId="{39935140-010E-4189-9B3B-400B83565928}" dt="2026-06-08T15:10:49.857" v="5127" actId="1076"/>
          <ac:picMkLst>
            <pc:docMk/>
            <pc:sldMk cId="102544954" sldId="265"/>
            <ac:picMk id="15" creationId="{CA83F7EC-98F3-6733-7E63-2605F9FFEF05}"/>
          </ac:picMkLst>
        </pc:picChg>
        <pc:cxnChg chg="add mod">
          <ac:chgData name="Alexandre Lietard" userId="4ed4568d-87dc-41a3-b1cd-681653f54c31" providerId="ADAL" clId="{39935140-010E-4189-9B3B-400B83565928}" dt="2026-06-08T15:09:51.464" v="5116" actId="1076"/>
          <ac:cxnSpMkLst>
            <pc:docMk/>
            <pc:sldMk cId="102544954" sldId="265"/>
            <ac:cxnSpMk id="10" creationId="{C9B19D10-517F-CF82-F28C-F2E747DE1FD8}"/>
          </ac:cxnSpMkLst>
        </pc:cxnChg>
      </pc:sldChg>
      <pc:sldChg chg="addSp delSp modSp add mod ord">
        <pc:chgData name="Alexandre Lietard" userId="4ed4568d-87dc-41a3-b1cd-681653f54c31" providerId="ADAL" clId="{39935140-010E-4189-9B3B-400B83565928}" dt="2026-06-08T09:01:01.435" v="1781" actId="14100"/>
        <pc:sldMkLst>
          <pc:docMk/>
          <pc:sldMk cId="656560956" sldId="266"/>
        </pc:sldMkLst>
        <pc:spChg chg="del">
          <ac:chgData name="Alexandre Lietard" userId="4ed4568d-87dc-41a3-b1cd-681653f54c31" providerId="ADAL" clId="{39935140-010E-4189-9B3B-400B83565928}" dt="2026-06-08T08:58:35.411" v="1693" actId="478"/>
          <ac:spMkLst>
            <pc:docMk/>
            <pc:sldMk cId="656560956" sldId="266"/>
            <ac:spMk id="2" creationId="{FD23073E-C81E-B954-D666-7028F9383728}"/>
          </ac:spMkLst>
        </pc:spChg>
        <pc:spChg chg="add mod">
          <ac:chgData name="Alexandre Lietard" userId="4ed4568d-87dc-41a3-b1cd-681653f54c31" providerId="ADAL" clId="{39935140-010E-4189-9B3B-400B83565928}" dt="2026-06-08T08:58:35.642" v="1694"/>
          <ac:spMkLst>
            <pc:docMk/>
            <pc:sldMk cId="656560956" sldId="266"/>
            <ac:spMk id="3" creationId="{CDF35B7A-B0AF-AD33-04B0-3B76AAACD916}"/>
          </ac:spMkLst>
        </pc:spChg>
        <pc:spChg chg="del">
          <ac:chgData name="Alexandre Lietard" userId="4ed4568d-87dc-41a3-b1cd-681653f54c31" providerId="ADAL" clId="{39935140-010E-4189-9B3B-400B83565928}" dt="2026-06-08T08:58:41.219" v="1695" actId="478"/>
          <ac:spMkLst>
            <pc:docMk/>
            <pc:sldMk cId="656560956" sldId="266"/>
            <ac:spMk id="5" creationId="{212DF103-BA56-A9AB-5012-9E764DD082A7}"/>
          </ac:spMkLst>
        </pc:spChg>
        <pc:spChg chg="del">
          <ac:chgData name="Alexandre Lietard" userId="4ed4568d-87dc-41a3-b1cd-681653f54c31" providerId="ADAL" clId="{39935140-010E-4189-9B3B-400B83565928}" dt="2026-06-08T08:58:41.219" v="1695" actId="478"/>
          <ac:spMkLst>
            <pc:docMk/>
            <pc:sldMk cId="656560956" sldId="266"/>
            <ac:spMk id="6" creationId="{A53E68BF-72EA-D65E-2941-8F707DD265BF}"/>
          </ac:spMkLst>
        </pc:spChg>
        <pc:spChg chg="del">
          <ac:chgData name="Alexandre Lietard" userId="4ed4568d-87dc-41a3-b1cd-681653f54c31" providerId="ADAL" clId="{39935140-010E-4189-9B3B-400B83565928}" dt="2026-06-08T08:58:41.219" v="1695" actId="478"/>
          <ac:spMkLst>
            <pc:docMk/>
            <pc:sldMk cId="656560956" sldId="266"/>
            <ac:spMk id="7" creationId="{76591D28-64B3-F6E3-3BCB-FDCD94B4AC62}"/>
          </ac:spMkLst>
        </pc:spChg>
        <pc:spChg chg="del">
          <ac:chgData name="Alexandre Lietard" userId="4ed4568d-87dc-41a3-b1cd-681653f54c31" providerId="ADAL" clId="{39935140-010E-4189-9B3B-400B83565928}" dt="2026-06-08T08:58:41.219" v="1695" actId="478"/>
          <ac:spMkLst>
            <pc:docMk/>
            <pc:sldMk cId="656560956" sldId="266"/>
            <ac:spMk id="8" creationId="{C6A07DFE-BDFF-476A-E701-FAE3A253D583}"/>
          </ac:spMkLst>
        </pc:spChg>
        <pc:spChg chg="add mod">
          <ac:chgData name="Alexandre Lietard" userId="4ed4568d-87dc-41a3-b1cd-681653f54c31" providerId="ADAL" clId="{39935140-010E-4189-9B3B-400B83565928}" dt="2026-06-08T08:58:56.984" v="1697"/>
          <ac:spMkLst>
            <pc:docMk/>
            <pc:sldMk cId="656560956" sldId="266"/>
            <ac:spMk id="9" creationId="{624D7376-8D39-0A4A-3DED-EE4C62D72D85}"/>
          </ac:spMkLst>
        </pc:spChg>
        <pc:spChg chg="del">
          <ac:chgData name="Alexandre Lietard" userId="4ed4568d-87dc-41a3-b1cd-681653f54c31" providerId="ADAL" clId="{39935140-010E-4189-9B3B-400B83565928}" dt="2026-06-08T08:58:42.874" v="1696" actId="478"/>
          <ac:spMkLst>
            <pc:docMk/>
            <pc:sldMk cId="656560956" sldId="266"/>
            <ac:spMk id="11" creationId="{A402640A-58DC-D5DC-ECA9-75A29CBE06BA}"/>
          </ac:spMkLst>
        </pc:spChg>
        <pc:spChg chg="add mod">
          <ac:chgData name="Alexandre Lietard" userId="4ed4568d-87dc-41a3-b1cd-681653f54c31" providerId="ADAL" clId="{39935140-010E-4189-9B3B-400B83565928}" dt="2026-06-08T09:00:18.193" v="1772" actId="14100"/>
          <ac:spMkLst>
            <pc:docMk/>
            <pc:sldMk cId="656560956" sldId="266"/>
            <ac:spMk id="16" creationId="{F2DD824A-2AD7-BD82-B1F0-ECCCACAC0303}"/>
          </ac:spMkLst>
        </pc:spChg>
        <pc:picChg chg="del">
          <ac:chgData name="Alexandre Lietard" userId="4ed4568d-87dc-41a3-b1cd-681653f54c31" providerId="ADAL" clId="{39935140-010E-4189-9B3B-400B83565928}" dt="2026-06-08T08:58:41.219" v="1695" actId="478"/>
          <ac:picMkLst>
            <pc:docMk/>
            <pc:sldMk cId="656560956" sldId="266"/>
            <ac:picMk id="4" creationId="{1BED4EBC-B1AC-F54F-C7A9-6AA5A5FA8556}"/>
          </ac:picMkLst>
        </pc:picChg>
        <pc:picChg chg="add del mod">
          <ac:chgData name="Alexandre Lietard" userId="4ed4568d-87dc-41a3-b1cd-681653f54c31" providerId="ADAL" clId="{39935140-010E-4189-9B3B-400B83565928}" dt="2026-06-08T09:00:25.380" v="1775" actId="478"/>
          <ac:picMkLst>
            <pc:docMk/>
            <pc:sldMk cId="656560956" sldId="266"/>
            <ac:picMk id="13" creationId="{5987B8F7-3DBF-1E71-6E90-BAD5DE4451E8}"/>
          </ac:picMkLst>
        </pc:picChg>
        <pc:picChg chg="add mod">
          <ac:chgData name="Alexandre Lietard" userId="4ed4568d-87dc-41a3-b1cd-681653f54c31" providerId="ADAL" clId="{39935140-010E-4189-9B3B-400B83565928}" dt="2026-06-08T09:00:56.705" v="1779" actId="1076"/>
          <ac:picMkLst>
            <pc:docMk/>
            <pc:sldMk cId="656560956" sldId="266"/>
            <ac:picMk id="19" creationId="{CD1583DC-7A53-0763-6CE0-4BBF319B6817}"/>
          </ac:picMkLst>
        </pc:picChg>
        <pc:cxnChg chg="del mod">
          <ac:chgData name="Alexandre Lietard" userId="4ed4568d-87dc-41a3-b1cd-681653f54c31" providerId="ADAL" clId="{39935140-010E-4189-9B3B-400B83565928}" dt="2026-06-08T08:58:41.219" v="1695" actId="478"/>
          <ac:cxnSpMkLst>
            <pc:docMk/>
            <pc:sldMk cId="656560956" sldId="266"/>
            <ac:cxnSpMk id="10" creationId="{847CFD08-7DF7-4D2B-1CD8-C5A16FADE288}"/>
          </ac:cxnSpMkLst>
        </pc:cxnChg>
        <pc:cxnChg chg="add mod ord">
          <ac:chgData name="Alexandre Lietard" userId="4ed4568d-87dc-41a3-b1cd-681653f54c31" providerId="ADAL" clId="{39935140-010E-4189-9B3B-400B83565928}" dt="2026-06-08T09:01:01.435" v="1781" actId="14100"/>
          <ac:cxnSpMkLst>
            <pc:docMk/>
            <pc:sldMk cId="656560956" sldId="266"/>
            <ac:cxnSpMk id="15" creationId="{6265E5BA-76B8-50CA-3CE8-D0CF57FAB5A4}"/>
          </ac:cxnSpMkLst>
        </pc:cxnChg>
      </pc:sldChg>
      <pc:sldChg chg="addSp delSp modSp add mod modAnim">
        <pc:chgData name="Alexandre Lietard" userId="4ed4568d-87dc-41a3-b1cd-681653f54c31" providerId="ADAL" clId="{39935140-010E-4189-9B3B-400B83565928}" dt="2026-06-09T06:44:31.322" v="5201" actId="14100"/>
        <pc:sldMkLst>
          <pc:docMk/>
          <pc:sldMk cId="1604165579" sldId="267"/>
        </pc:sldMkLst>
        <pc:spChg chg="del">
          <ac:chgData name="Alexandre Lietard" userId="4ed4568d-87dc-41a3-b1cd-681653f54c31" providerId="ADAL" clId="{39935140-010E-4189-9B3B-400B83565928}" dt="2026-06-08T09:01:30.279" v="1787" actId="478"/>
          <ac:spMkLst>
            <pc:docMk/>
            <pc:sldMk cId="1604165579" sldId="267"/>
            <ac:spMk id="5" creationId="{E1BCD1D7-7B7A-A662-32C2-DB43B148A5B1}"/>
          </ac:spMkLst>
        </pc:spChg>
        <pc:spChg chg="del mod">
          <ac:chgData name="Alexandre Lietard" userId="4ed4568d-87dc-41a3-b1cd-681653f54c31" providerId="ADAL" clId="{39935140-010E-4189-9B3B-400B83565928}" dt="2026-06-08T09:01:32.311" v="1789" actId="478"/>
          <ac:spMkLst>
            <pc:docMk/>
            <pc:sldMk cId="1604165579" sldId="267"/>
            <ac:spMk id="6" creationId="{03B43E1A-35EB-7C28-24FD-9EB82D1E7643}"/>
          </ac:spMkLst>
        </pc:spChg>
        <pc:spChg chg="del">
          <ac:chgData name="Alexandre Lietard" userId="4ed4568d-87dc-41a3-b1cd-681653f54c31" providerId="ADAL" clId="{39935140-010E-4189-9B3B-400B83565928}" dt="2026-06-08T09:01:30.279" v="1787" actId="478"/>
          <ac:spMkLst>
            <pc:docMk/>
            <pc:sldMk cId="1604165579" sldId="267"/>
            <ac:spMk id="7" creationId="{3BB14DC3-BAF7-B253-E4BB-A05DD69DBDAC}"/>
          </ac:spMkLst>
        </pc:spChg>
        <pc:spChg chg="del">
          <ac:chgData name="Alexandre Lietard" userId="4ed4568d-87dc-41a3-b1cd-681653f54c31" providerId="ADAL" clId="{39935140-010E-4189-9B3B-400B83565928}" dt="2026-06-08T09:01:32.311" v="1789" actId="478"/>
          <ac:spMkLst>
            <pc:docMk/>
            <pc:sldMk cId="1604165579" sldId="267"/>
            <ac:spMk id="8" creationId="{0F20AFC3-82D3-C0CC-FC83-2A4837995EB5}"/>
          </ac:spMkLst>
        </pc:spChg>
        <pc:spChg chg="del mod">
          <ac:chgData name="Alexandre Lietard" userId="4ed4568d-87dc-41a3-b1cd-681653f54c31" providerId="ADAL" clId="{39935140-010E-4189-9B3B-400B83565928}" dt="2026-06-08T09:01:32.311" v="1789" actId="478"/>
          <ac:spMkLst>
            <pc:docMk/>
            <pc:sldMk cId="1604165579" sldId="267"/>
            <ac:spMk id="11" creationId="{728CDBD5-9CE4-0D6D-DD0B-8302CC59233A}"/>
          </ac:spMkLst>
        </pc:spChg>
        <pc:spChg chg="add mod">
          <ac:chgData name="Alexandre Lietard" userId="4ed4568d-87dc-41a3-b1cd-681653f54c31" providerId="ADAL" clId="{39935140-010E-4189-9B3B-400B83565928}" dt="2026-06-08T09:03:11.467" v="1857" actId="1076"/>
          <ac:spMkLst>
            <pc:docMk/>
            <pc:sldMk cId="1604165579" sldId="267"/>
            <ac:spMk id="18" creationId="{6072CBFF-574C-C253-51BD-AE048EF531D3}"/>
          </ac:spMkLst>
        </pc:spChg>
        <pc:spChg chg="add mod ord">
          <ac:chgData name="Alexandre Lietard" userId="4ed4568d-87dc-41a3-b1cd-681653f54c31" providerId="ADAL" clId="{39935140-010E-4189-9B3B-400B83565928}" dt="2026-06-09T06:44:21.542" v="5200" actId="1076"/>
          <ac:spMkLst>
            <pc:docMk/>
            <pc:sldMk cId="1604165579" sldId="267"/>
            <ac:spMk id="22" creationId="{336FE487-7EFF-FB3C-9DBB-EAD431B6885C}"/>
          </ac:spMkLst>
        </pc:spChg>
        <pc:spChg chg="add mod">
          <ac:chgData name="Alexandre Lietard" userId="4ed4568d-87dc-41a3-b1cd-681653f54c31" providerId="ADAL" clId="{39935140-010E-4189-9B3B-400B83565928}" dt="2026-06-08T09:03:25.171" v="1870" actId="20577"/>
          <ac:spMkLst>
            <pc:docMk/>
            <pc:sldMk cId="1604165579" sldId="267"/>
            <ac:spMk id="24" creationId="{62061001-DFDB-659F-25CB-496F46280CB2}"/>
          </ac:spMkLst>
        </pc:spChg>
        <pc:spChg chg="add mod">
          <ac:chgData name="Alexandre Lietard" userId="4ed4568d-87dc-41a3-b1cd-681653f54c31" providerId="ADAL" clId="{39935140-010E-4189-9B3B-400B83565928}" dt="2026-06-08T15:11:23.987" v="5182" actId="20577"/>
          <ac:spMkLst>
            <pc:docMk/>
            <pc:sldMk cId="1604165579" sldId="267"/>
            <ac:spMk id="29" creationId="{22EDC5C9-4CC5-1058-9279-B1D3E45B9C3D}"/>
          </ac:spMkLst>
        </pc:spChg>
        <pc:spChg chg="add mod">
          <ac:chgData name="Alexandre Lietard" userId="4ed4568d-87dc-41a3-b1cd-681653f54c31" providerId="ADAL" clId="{39935140-010E-4189-9B3B-400B83565928}" dt="2026-06-08T09:05:04.898" v="2089" actId="1076"/>
          <ac:spMkLst>
            <pc:docMk/>
            <pc:sldMk cId="1604165579" sldId="267"/>
            <ac:spMk id="32" creationId="{487C03D9-8600-F34D-5B7F-E0A61C8457B8}"/>
          </ac:spMkLst>
        </pc:spChg>
        <pc:spChg chg="add mod">
          <ac:chgData name="Alexandre Lietard" userId="4ed4568d-87dc-41a3-b1cd-681653f54c31" providerId="ADAL" clId="{39935140-010E-4189-9B3B-400B83565928}" dt="2026-06-08T09:05:40.377" v="2153" actId="20577"/>
          <ac:spMkLst>
            <pc:docMk/>
            <pc:sldMk cId="1604165579" sldId="267"/>
            <ac:spMk id="36" creationId="{F26A402C-F9FA-7735-21A6-7269C46E03CB}"/>
          </ac:spMkLst>
        </pc:spChg>
        <pc:spChg chg="add mod">
          <ac:chgData name="Alexandre Lietard" userId="4ed4568d-87dc-41a3-b1cd-681653f54c31" providerId="ADAL" clId="{39935140-010E-4189-9B3B-400B83565928}" dt="2026-06-08T09:06:11.144" v="2217" actId="14100"/>
          <ac:spMkLst>
            <pc:docMk/>
            <pc:sldMk cId="1604165579" sldId="267"/>
            <ac:spMk id="41" creationId="{680AA814-C626-F3E2-D490-F14209892F91}"/>
          </ac:spMkLst>
        </pc:spChg>
        <pc:spChg chg="add mod">
          <ac:chgData name="Alexandre Lietard" userId="4ed4568d-87dc-41a3-b1cd-681653f54c31" providerId="ADAL" clId="{39935140-010E-4189-9B3B-400B83565928}" dt="2026-06-08T09:07:16.738" v="2250"/>
          <ac:spMkLst>
            <pc:docMk/>
            <pc:sldMk cId="1604165579" sldId="267"/>
            <ac:spMk id="42" creationId="{51C2484A-B40C-61FA-C958-D16411AF5FA3}"/>
          </ac:spMkLst>
        </pc:spChg>
        <pc:picChg chg="del">
          <ac:chgData name="Alexandre Lietard" userId="4ed4568d-87dc-41a3-b1cd-681653f54c31" providerId="ADAL" clId="{39935140-010E-4189-9B3B-400B83565928}" dt="2026-06-08T09:01:30.279" v="1787" actId="478"/>
          <ac:picMkLst>
            <pc:docMk/>
            <pc:sldMk cId="1604165579" sldId="267"/>
            <ac:picMk id="4" creationId="{B349EFB9-9669-CD06-179D-E0DD27DF9D9A}"/>
          </ac:picMkLst>
        </pc:picChg>
        <pc:picChg chg="add mod">
          <ac:chgData name="Alexandre Lietard" userId="4ed4568d-87dc-41a3-b1cd-681653f54c31" providerId="ADAL" clId="{39935140-010E-4189-9B3B-400B83565928}" dt="2026-06-08T14:26:20.682" v="4342" actId="1076"/>
          <ac:picMkLst>
            <pc:docMk/>
            <pc:sldMk cId="1604165579" sldId="267"/>
            <ac:picMk id="4" creationId="{C4556264-DDA1-1204-CDBD-E8EA37E083D1}"/>
          </ac:picMkLst>
        </pc:picChg>
        <pc:picChg chg="add del">
          <ac:chgData name="Alexandre Lietard" userId="4ed4568d-87dc-41a3-b1cd-681653f54c31" providerId="ADAL" clId="{39935140-010E-4189-9B3B-400B83565928}" dt="2026-06-08T09:01:28.279" v="1786" actId="22"/>
          <ac:picMkLst>
            <pc:docMk/>
            <pc:sldMk cId="1604165579" sldId="267"/>
            <ac:picMk id="9" creationId="{E76EEEB7-7720-B781-F8A7-865B13A82430}"/>
          </ac:picMkLst>
        </pc:picChg>
        <pc:picChg chg="add del mod">
          <ac:chgData name="Alexandre Lietard" userId="4ed4568d-87dc-41a3-b1cd-681653f54c31" providerId="ADAL" clId="{39935140-010E-4189-9B3B-400B83565928}" dt="2026-06-08T09:01:51.964" v="1793" actId="478"/>
          <ac:picMkLst>
            <pc:docMk/>
            <pc:sldMk cId="1604165579" sldId="267"/>
            <ac:picMk id="13" creationId="{A3D3D389-6EE8-31F5-C580-92CC775D53D6}"/>
          </ac:picMkLst>
        </pc:picChg>
        <pc:picChg chg="add del mod">
          <ac:chgData name="Alexandre Lietard" userId="4ed4568d-87dc-41a3-b1cd-681653f54c31" providerId="ADAL" clId="{39935140-010E-4189-9B3B-400B83565928}" dt="2026-06-08T14:26:16.108" v="4338" actId="478"/>
          <ac:picMkLst>
            <pc:docMk/>
            <pc:sldMk cId="1604165579" sldId="267"/>
            <ac:picMk id="15" creationId="{6A313FA5-330F-9FDB-AC0B-A7BD9DA14D41}"/>
          </ac:picMkLst>
        </pc:picChg>
        <pc:cxnChg chg="del mod">
          <ac:chgData name="Alexandre Lietard" userId="4ed4568d-87dc-41a3-b1cd-681653f54c31" providerId="ADAL" clId="{39935140-010E-4189-9B3B-400B83565928}" dt="2026-06-08T09:01:30.279" v="1787" actId="478"/>
          <ac:cxnSpMkLst>
            <pc:docMk/>
            <pc:sldMk cId="1604165579" sldId="267"/>
            <ac:cxnSpMk id="10" creationId="{6B71FD13-D06D-3954-1E65-6BDCE2364438}"/>
          </ac:cxnSpMkLst>
        </pc:cxnChg>
        <pc:cxnChg chg="add mod">
          <ac:chgData name="Alexandre Lietard" userId="4ed4568d-87dc-41a3-b1cd-681653f54c31" providerId="ADAL" clId="{39935140-010E-4189-9B3B-400B83565928}" dt="2026-06-08T09:03:13.305" v="1858" actId="14100"/>
          <ac:cxnSpMkLst>
            <pc:docMk/>
            <pc:sldMk cId="1604165579" sldId="267"/>
            <ac:cxnSpMk id="17" creationId="{FF70DE73-9245-0500-A6AC-83E9B002E1C3}"/>
          </ac:cxnSpMkLst>
        </pc:cxnChg>
        <pc:cxnChg chg="add mod ord">
          <ac:chgData name="Alexandre Lietard" userId="4ed4568d-87dc-41a3-b1cd-681653f54c31" providerId="ADAL" clId="{39935140-010E-4189-9B3B-400B83565928}" dt="2026-06-09T06:44:14.862" v="5198" actId="166"/>
          <ac:cxnSpMkLst>
            <pc:docMk/>
            <pc:sldMk cId="1604165579" sldId="267"/>
            <ac:cxnSpMk id="20" creationId="{466EE556-EF47-43AD-3C46-4A064DB97795}"/>
          </ac:cxnSpMkLst>
        </pc:cxnChg>
        <pc:cxnChg chg="add mod">
          <ac:chgData name="Alexandre Lietard" userId="4ed4568d-87dc-41a3-b1cd-681653f54c31" providerId="ADAL" clId="{39935140-010E-4189-9B3B-400B83565928}" dt="2026-06-08T09:03:23" v="1864" actId="14100"/>
          <ac:cxnSpMkLst>
            <pc:docMk/>
            <pc:sldMk cId="1604165579" sldId="267"/>
            <ac:cxnSpMk id="25" creationId="{D5AC0D87-5887-7FD9-58AA-39ECF198BF78}"/>
          </ac:cxnSpMkLst>
        </pc:cxnChg>
        <pc:cxnChg chg="add mod ord">
          <ac:chgData name="Alexandre Lietard" userId="4ed4568d-87dc-41a3-b1cd-681653f54c31" providerId="ADAL" clId="{39935140-010E-4189-9B3B-400B83565928}" dt="2026-06-08T14:26:27.269" v="4344" actId="14100"/>
          <ac:cxnSpMkLst>
            <pc:docMk/>
            <pc:sldMk cId="1604165579" sldId="267"/>
            <ac:cxnSpMk id="30" creationId="{1EA8CC4E-69FC-9752-02E3-179041355F71}"/>
          </ac:cxnSpMkLst>
        </pc:cxnChg>
        <pc:cxnChg chg="add mod">
          <ac:chgData name="Alexandre Lietard" userId="4ed4568d-87dc-41a3-b1cd-681653f54c31" providerId="ADAL" clId="{39935140-010E-4189-9B3B-400B83565928}" dt="2026-06-08T14:27:26.345" v="4347" actId="14100"/>
          <ac:cxnSpMkLst>
            <pc:docMk/>
            <pc:sldMk cId="1604165579" sldId="267"/>
            <ac:cxnSpMk id="33" creationId="{139C99D3-9938-B15D-219D-7730A7EC5D30}"/>
          </ac:cxnSpMkLst>
        </pc:cxnChg>
        <pc:cxnChg chg="add mod ord">
          <ac:chgData name="Alexandre Lietard" userId="4ed4568d-87dc-41a3-b1cd-681653f54c31" providerId="ADAL" clId="{39935140-010E-4189-9B3B-400B83565928}" dt="2026-06-09T06:44:31.322" v="5201" actId="14100"/>
          <ac:cxnSpMkLst>
            <pc:docMk/>
            <pc:sldMk cId="1604165579" sldId="267"/>
            <ac:cxnSpMk id="37" creationId="{3E5E23D3-E56E-37F4-0743-3E48E04A07B2}"/>
          </ac:cxnSpMkLst>
        </pc:cxnChg>
      </pc:sldChg>
      <pc:sldChg chg="addSp delSp modSp add mod">
        <pc:chgData name="Alexandre Lietard" userId="4ed4568d-87dc-41a3-b1cd-681653f54c31" providerId="ADAL" clId="{39935140-010E-4189-9B3B-400B83565928}" dt="2026-06-08T15:11:56.744" v="5185" actId="1076"/>
        <pc:sldMkLst>
          <pc:docMk/>
          <pc:sldMk cId="567714561" sldId="268"/>
        </pc:sldMkLst>
        <pc:spChg chg="mod">
          <ac:chgData name="Alexandre Lietard" userId="4ed4568d-87dc-41a3-b1cd-681653f54c31" providerId="ADAL" clId="{39935140-010E-4189-9B3B-400B83565928}" dt="2026-06-08T09:06:49.017" v="2242" actId="1076"/>
          <ac:spMkLst>
            <pc:docMk/>
            <pc:sldMk cId="567714561" sldId="268"/>
            <ac:spMk id="2" creationId="{9228B6A0-B4AF-5CD3-52A1-B657E68D55B9}"/>
          </ac:spMkLst>
        </pc:spChg>
        <pc:spChg chg="add mod">
          <ac:chgData name="Alexandre Lietard" userId="4ed4568d-87dc-41a3-b1cd-681653f54c31" providerId="ADAL" clId="{39935140-010E-4189-9B3B-400B83565928}" dt="2026-06-08T15:11:56.744" v="5185" actId="1076"/>
          <ac:spMkLst>
            <pc:docMk/>
            <pc:sldMk cId="567714561" sldId="268"/>
            <ac:spMk id="8" creationId="{BE3E4F92-7941-A964-FB30-1DAD6F6B5673}"/>
          </ac:spMkLst>
        </pc:spChg>
        <pc:spChg chg="add mod">
          <ac:chgData name="Alexandre Lietard" userId="4ed4568d-87dc-41a3-b1cd-681653f54c31" providerId="ADAL" clId="{39935140-010E-4189-9B3B-400B83565928}" dt="2026-06-08T14:10:06.635" v="4213" actId="1076"/>
          <ac:spMkLst>
            <pc:docMk/>
            <pc:sldMk cId="567714561" sldId="268"/>
            <ac:spMk id="10" creationId="{2388884F-27D9-78D2-7FBC-69CE625216DF}"/>
          </ac:spMkLst>
        </pc:spChg>
        <pc:spChg chg="add mod">
          <ac:chgData name="Alexandre Lietard" userId="4ed4568d-87dc-41a3-b1cd-681653f54c31" providerId="ADAL" clId="{39935140-010E-4189-9B3B-400B83565928}" dt="2026-06-08T09:13:01.953" v="2308"/>
          <ac:spMkLst>
            <pc:docMk/>
            <pc:sldMk cId="567714561" sldId="268"/>
            <ac:spMk id="12" creationId="{B1061CAB-5A39-6A53-3C2A-FCBF19BC5B9B}"/>
          </ac:spMkLst>
        </pc:spChg>
        <pc:spChg chg="add mod">
          <ac:chgData name="Alexandre Lietard" userId="4ed4568d-87dc-41a3-b1cd-681653f54c31" providerId="ADAL" clId="{39935140-010E-4189-9B3B-400B83565928}" dt="2026-06-08T15:11:50.999" v="5184" actId="14100"/>
          <ac:spMkLst>
            <pc:docMk/>
            <pc:sldMk cId="567714561" sldId="268"/>
            <ac:spMk id="13" creationId="{55E3F4E0-C47A-D298-2A41-B250BBA794F2}"/>
          </ac:spMkLst>
        </pc:spChg>
        <pc:spChg chg="add mod">
          <ac:chgData name="Alexandre Lietard" userId="4ed4568d-87dc-41a3-b1cd-681653f54c31" providerId="ADAL" clId="{39935140-010E-4189-9B3B-400B83565928}" dt="2026-06-08T14:11:08.332" v="4226" actId="2085"/>
          <ac:spMkLst>
            <pc:docMk/>
            <pc:sldMk cId="567714561" sldId="268"/>
            <ac:spMk id="17" creationId="{AE0FE90C-FC99-CE74-2218-78059C2B0FFA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18" creationId="{3C1E151F-D2EC-4000-F8C8-575F10F12E1C}"/>
          </ac:spMkLst>
        </pc:spChg>
        <pc:spChg chg="add mod">
          <ac:chgData name="Alexandre Lietard" userId="4ed4568d-87dc-41a3-b1cd-681653f54c31" providerId="ADAL" clId="{39935140-010E-4189-9B3B-400B83565928}" dt="2026-06-08T14:11:31.536" v="4235" actId="14100"/>
          <ac:spMkLst>
            <pc:docMk/>
            <pc:sldMk cId="567714561" sldId="268"/>
            <ac:spMk id="18" creationId="{E3B80BF0-4D4C-7915-FD5C-4D6D6D35FBFF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22" creationId="{49610D82-E1E2-ECD1-F79A-78B88F9563AD}"/>
          </ac:spMkLst>
        </pc:spChg>
        <pc:spChg chg="add mod">
          <ac:chgData name="Alexandre Lietard" userId="4ed4568d-87dc-41a3-b1cd-681653f54c31" providerId="ADAL" clId="{39935140-010E-4189-9B3B-400B83565928}" dt="2026-06-08T15:11:48.658" v="5183" actId="1076"/>
          <ac:spMkLst>
            <pc:docMk/>
            <pc:sldMk cId="567714561" sldId="268"/>
            <ac:spMk id="23" creationId="{4CB6A5ED-74B5-464D-36E0-0B50368334F3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24" creationId="{DD461F48-FE19-BBFE-A4FD-871AEB0401CF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29" creationId="{B5736BBD-7187-38F0-0551-11B5F3BDB1AE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32" creationId="{10AC907E-7C3F-0E39-24D7-87880AC56FDC}"/>
          </ac:spMkLst>
        </pc:spChg>
        <pc:spChg chg="add mod">
          <ac:chgData name="Alexandre Lietard" userId="4ed4568d-87dc-41a3-b1cd-681653f54c31" providerId="ADAL" clId="{39935140-010E-4189-9B3B-400B83565928}" dt="2026-06-08T09:14:47.670" v="2449" actId="20577"/>
          <ac:spMkLst>
            <pc:docMk/>
            <pc:sldMk cId="567714561" sldId="268"/>
            <ac:spMk id="35" creationId="{60F9CA78-3662-3D2B-38D1-B4AF5514AEA8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36" creationId="{8E45A2A2-1AA4-7758-AD9D-FC36099B0313}"/>
          </ac:spMkLst>
        </pc:spChg>
        <pc:spChg chg="add mod">
          <ac:chgData name="Alexandre Lietard" userId="4ed4568d-87dc-41a3-b1cd-681653f54c31" providerId="ADAL" clId="{39935140-010E-4189-9B3B-400B83565928}" dt="2026-06-08T09:15:09.807" v="2510" actId="20577"/>
          <ac:spMkLst>
            <pc:docMk/>
            <pc:sldMk cId="567714561" sldId="268"/>
            <ac:spMk id="38" creationId="{B85665D2-EABA-DCFC-06A6-726372D4F301}"/>
          </ac:spMkLst>
        </pc:spChg>
        <pc:spChg chg="del">
          <ac:chgData name="Alexandre Lietard" userId="4ed4568d-87dc-41a3-b1cd-681653f54c31" providerId="ADAL" clId="{39935140-010E-4189-9B3B-400B83565928}" dt="2026-06-08T09:06:40.223" v="2219" actId="478"/>
          <ac:spMkLst>
            <pc:docMk/>
            <pc:sldMk cId="567714561" sldId="268"/>
            <ac:spMk id="41" creationId="{D7DBEB0F-BA41-D93D-4B06-100DA4D5BAA8}"/>
          </ac:spMkLst>
        </pc:spChg>
        <pc:picChg chg="add del mod">
          <ac:chgData name="Alexandre Lietard" userId="4ed4568d-87dc-41a3-b1cd-681653f54c31" providerId="ADAL" clId="{39935140-010E-4189-9B3B-400B83565928}" dt="2026-06-08T14:09:59.935" v="4209" actId="478"/>
          <ac:picMkLst>
            <pc:docMk/>
            <pc:sldMk cId="567714561" sldId="268"/>
            <ac:picMk id="4" creationId="{24F3DA2D-4332-ED34-68A2-02DB7DB15552}"/>
          </ac:picMkLst>
        </pc:picChg>
        <pc:picChg chg="add del mod">
          <ac:chgData name="Alexandre Lietard" userId="4ed4568d-87dc-41a3-b1cd-681653f54c31" providerId="ADAL" clId="{39935140-010E-4189-9B3B-400B83565928}" dt="2026-06-08T14:10:26.834" v="4218" actId="478"/>
          <ac:picMkLst>
            <pc:docMk/>
            <pc:sldMk cId="567714561" sldId="268"/>
            <ac:picMk id="6" creationId="{D3927664-95D9-C89F-D7AE-10E449BB8224}"/>
          </ac:picMkLst>
        </pc:picChg>
        <pc:picChg chg="add mod">
          <ac:chgData name="Alexandre Lietard" userId="4ed4568d-87dc-41a3-b1cd-681653f54c31" providerId="ADAL" clId="{39935140-010E-4189-9B3B-400B83565928}" dt="2026-06-08T09:13:01.953" v="2308"/>
          <ac:picMkLst>
            <pc:docMk/>
            <pc:sldMk cId="567714561" sldId="268"/>
            <ac:picMk id="11" creationId="{44139EAF-8961-051D-CF81-B28BA84E83B2}"/>
          </ac:picMkLst>
        </pc:picChg>
        <pc:picChg chg="del">
          <ac:chgData name="Alexandre Lietard" userId="4ed4568d-87dc-41a3-b1cd-681653f54c31" providerId="ADAL" clId="{39935140-010E-4189-9B3B-400B83565928}" dt="2026-06-08T09:06:40.223" v="2219" actId="478"/>
          <ac:picMkLst>
            <pc:docMk/>
            <pc:sldMk cId="567714561" sldId="268"/>
            <ac:picMk id="15" creationId="{8737B823-9546-0737-8245-7918A8A7F5C5}"/>
          </ac:picMkLst>
        </pc:picChg>
        <pc:picChg chg="add mod">
          <ac:chgData name="Alexandre Lietard" userId="4ed4568d-87dc-41a3-b1cd-681653f54c31" providerId="ADAL" clId="{39935140-010E-4189-9B3B-400B83565928}" dt="2026-06-08T14:10:41.430" v="4222" actId="1076"/>
          <ac:picMkLst>
            <pc:docMk/>
            <pc:sldMk cId="567714561" sldId="268"/>
            <ac:picMk id="16" creationId="{EC902604-D9D3-C45A-D404-6A205016D7F4}"/>
          </ac:picMkLst>
        </pc:picChg>
        <pc:cxnChg chg="add mod">
          <ac:chgData name="Alexandre Lietard" userId="4ed4568d-87dc-41a3-b1cd-681653f54c31" providerId="ADAL" clId="{39935140-010E-4189-9B3B-400B83565928}" dt="2026-06-08T15:11:56.744" v="5185" actId="1076"/>
          <ac:cxnSpMkLst>
            <pc:docMk/>
            <pc:sldMk cId="567714561" sldId="268"/>
            <ac:cxnSpMk id="5" creationId="{0FEBE46D-2E2E-6007-E5C9-17B6BB978613}"/>
          </ac:cxnSpMkLst>
        </pc:cxnChg>
        <pc:cxnChg chg="add mod">
          <ac:chgData name="Alexandre Lietard" userId="4ed4568d-87dc-41a3-b1cd-681653f54c31" providerId="ADAL" clId="{39935140-010E-4189-9B3B-400B83565928}" dt="2026-06-08T09:13:26.777" v="2314" actId="14100"/>
          <ac:cxnSpMkLst>
            <pc:docMk/>
            <pc:sldMk cId="567714561" sldId="268"/>
            <ac:cxnSpMk id="9" creationId="{FD318981-3E38-831E-FA29-F5B1661015F5}"/>
          </ac:cxnSpMkLst>
        </pc:cxnChg>
        <pc:cxnChg chg="del">
          <ac:chgData name="Alexandre Lietard" userId="4ed4568d-87dc-41a3-b1cd-681653f54c31" providerId="ADAL" clId="{39935140-010E-4189-9B3B-400B83565928}" dt="2026-06-08T09:06:40.223" v="2219" actId="478"/>
          <ac:cxnSpMkLst>
            <pc:docMk/>
            <pc:sldMk cId="567714561" sldId="268"/>
            <ac:cxnSpMk id="25" creationId="{14488A21-2E93-97D7-82F1-1BE9AA4B357A}"/>
          </ac:cxnSpMkLst>
        </pc:cxnChg>
        <pc:cxnChg chg="add mod ord">
          <ac:chgData name="Alexandre Lietard" userId="4ed4568d-87dc-41a3-b1cd-681653f54c31" providerId="ADAL" clId="{39935140-010E-4189-9B3B-400B83565928}" dt="2026-06-08T14:11:43.778" v="4238" actId="14100"/>
          <ac:cxnSpMkLst>
            <pc:docMk/>
            <pc:sldMk cId="567714561" sldId="268"/>
            <ac:cxnSpMk id="26" creationId="{56F83573-E1B0-2069-048F-C6BC0839C245}"/>
          </ac:cxnSpMkLst>
        </pc:cxnChg>
        <pc:cxnChg chg="del">
          <ac:chgData name="Alexandre Lietard" userId="4ed4568d-87dc-41a3-b1cd-681653f54c31" providerId="ADAL" clId="{39935140-010E-4189-9B3B-400B83565928}" dt="2026-06-08T09:06:40.223" v="2219" actId="478"/>
          <ac:cxnSpMkLst>
            <pc:docMk/>
            <pc:sldMk cId="567714561" sldId="268"/>
            <ac:cxnSpMk id="33" creationId="{9AFE946C-5AD4-4989-7602-65C367F6EF4D}"/>
          </ac:cxnSpMkLst>
        </pc:cxnChg>
        <pc:cxnChg chg="add mod ord">
          <ac:chgData name="Alexandre Lietard" userId="4ed4568d-87dc-41a3-b1cd-681653f54c31" providerId="ADAL" clId="{39935140-010E-4189-9B3B-400B83565928}" dt="2026-06-08T14:11:50.299" v="4240" actId="14100"/>
          <ac:cxnSpMkLst>
            <pc:docMk/>
            <pc:sldMk cId="567714561" sldId="268"/>
            <ac:cxnSpMk id="39" creationId="{2BEC38A1-E984-772B-2F27-0D4951B48F0C}"/>
          </ac:cxnSpMkLst>
        </pc:cxnChg>
      </pc:sldChg>
      <pc:sldChg chg="addSp delSp modSp add mod modAnim">
        <pc:chgData name="Alexandre Lietard" userId="4ed4568d-87dc-41a3-b1cd-681653f54c31" providerId="ADAL" clId="{39935140-010E-4189-9B3B-400B83565928}" dt="2026-06-09T06:46:00.916" v="5206" actId="1036"/>
        <pc:sldMkLst>
          <pc:docMk/>
          <pc:sldMk cId="2733660550" sldId="269"/>
        </pc:sldMkLst>
        <pc:spChg chg="mod">
          <ac:chgData name="Alexandre Lietard" userId="4ed4568d-87dc-41a3-b1cd-681653f54c31" providerId="ADAL" clId="{39935140-010E-4189-9B3B-400B83565928}" dt="2026-06-08T09:15:29.397" v="2525" actId="1076"/>
          <ac:spMkLst>
            <pc:docMk/>
            <pc:sldMk cId="2733660550" sldId="269"/>
            <ac:spMk id="2" creationId="{82CB32DB-E097-097F-235B-1C21DEFDAFBD}"/>
          </ac:spMkLst>
        </pc:spChg>
        <pc:spChg chg="add del mod">
          <ac:chgData name="Alexandre Lietard" userId="4ed4568d-87dc-41a3-b1cd-681653f54c31" providerId="ADAL" clId="{39935140-010E-4189-9B3B-400B83565928}" dt="2026-06-08T09:15:39.494" v="2529" actId="478"/>
          <ac:spMkLst>
            <pc:docMk/>
            <pc:sldMk cId="2733660550" sldId="269"/>
            <ac:spMk id="3" creationId="{00543847-223C-3986-2898-DB955294065C}"/>
          </ac:spMkLst>
        </pc:spChg>
        <pc:spChg chg="add mod">
          <ac:chgData name="Alexandre Lietard" userId="4ed4568d-87dc-41a3-b1cd-681653f54c31" providerId="ADAL" clId="{39935140-010E-4189-9B3B-400B83565928}" dt="2026-06-08T14:24:35.506" v="4311" actId="20577"/>
          <ac:spMkLst>
            <pc:docMk/>
            <pc:sldMk cId="2733660550" sldId="269"/>
            <ac:spMk id="3" creationId="{BC695B54-CC4E-AE1F-27D1-68E1F62215D4}"/>
          </ac:spMkLst>
        </pc:spChg>
        <pc:spChg chg="add mod">
          <ac:chgData name="Alexandre Lietard" userId="4ed4568d-87dc-41a3-b1cd-681653f54c31" providerId="ADAL" clId="{39935140-010E-4189-9B3B-400B83565928}" dt="2026-06-08T14:24:30.518" v="4288" actId="20577"/>
          <ac:spMkLst>
            <pc:docMk/>
            <pc:sldMk cId="2733660550" sldId="269"/>
            <ac:spMk id="6" creationId="{C49B0195-3F98-A4B3-4E85-27096291235D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8" creationId="{43BB2ED7-06C4-A5D0-F4EC-DB96CC56C1CB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10" creationId="{CAA7BF49-7051-536D-A743-4E05CDE373EA}"/>
          </ac:spMkLst>
        </pc:spChg>
        <pc:spChg chg="add mod">
          <ac:chgData name="Alexandre Lietard" userId="4ed4568d-87dc-41a3-b1cd-681653f54c31" providerId="ADAL" clId="{39935140-010E-4189-9B3B-400B83565928}" dt="2026-06-08T09:29:33.544" v="2719" actId="1076"/>
          <ac:spMkLst>
            <pc:docMk/>
            <pc:sldMk cId="2733660550" sldId="269"/>
            <ac:spMk id="11" creationId="{7941F737-F438-AD99-C3A7-F68F09F66F4F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13" creationId="{C73B2069-AB56-AEFB-1861-5D946C00628F}"/>
          </ac:spMkLst>
        </pc:spChg>
        <pc:spChg chg="add mod">
          <ac:chgData name="Alexandre Lietard" userId="4ed4568d-87dc-41a3-b1cd-681653f54c31" providerId="ADAL" clId="{39935140-010E-4189-9B3B-400B83565928}" dt="2026-06-08T09:41:22.203" v="3000" actId="20577"/>
          <ac:spMkLst>
            <pc:docMk/>
            <pc:sldMk cId="2733660550" sldId="269"/>
            <ac:spMk id="14" creationId="{76256F77-DBF5-0D9D-0B03-2345E552295E}"/>
          </ac:spMkLst>
        </pc:spChg>
        <pc:spChg chg="add mod">
          <ac:chgData name="Alexandre Lietard" userId="4ed4568d-87dc-41a3-b1cd-681653f54c31" providerId="ADAL" clId="{39935140-010E-4189-9B3B-400B83565928}" dt="2026-06-08T09:29:52.803" v="2760" actId="20577"/>
          <ac:spMkLst>
            <pc:docMk/>
            <pc:sldMk cId="2733660550" sldId="269"/>
            <ac:spMk id="16" creationId="{A0C852F0-D675-B536-02AA-C329CAD785E3}"/>
          </ac:spMkLst>
        </pc:spChg>
        <pc:spChg chg="add mod">
          <ac:chgData name="Alexandre Lietard" userId="4ed4568d-87dc-41a3-b1cd-681653f54c31" providerId="ADAL" clId="{39935140-010E-4189-9B3B-400B83565928}" dt="2026-06-08T09:41:19.664" v="2998" actId="1076"/>
          <ac:spMkLst>
            <pc:docMk/>
            <pc:sldMk cId="2733660550" sldId="269"/>
            <ac:spMk id="19" creationId="{F0877433-2BE7-752F-5752-95E7CCF16EC8}"/>
          </ac:spMkLst>
        </pc:spChg>
        <pc:spChg chg="add mod">
          <ac:chgData name="Alexandre Lietard" userId="4ed4568d-87dc-41a3-b1cd-681653f54c31" providerId="ADAL" clId="{39935140-010E-4189-9B3B-400B83565928}" dt="2026-06-08T09:41:19.664" v="2998" actId="1076"/>
          <ac:spMkLst>
            <pc:docMk/>
            <pc:sldMk cId="2733660550" sldId="269"/>
            <ac:spMk id="20" creationId="{A06D0A1F-80CF-E659-6664-0D938BC9B4FF}"/>
          </ac:spMkLst>
        </pc:spChg>
        <pc:spChg chg="add del mod">
          <ac:chgData name="Alexandre Lietard" userId="4ed4568d-87dc-41a3-b1cd-681653f54c31" providerId="ADAL" clId="{39935140-010E-4189-9B3B-400B83565928}" dt="2026-06-08T09:41:10.828" v="2997" actId="478"/>
          <ac:spMkLst>
            <pc:docMk/>
            <pc:sldMk cId="2733660550" sldId="269"/>
            <ac:spMk id="22" creationId="{16499B9B-2CD7-2C27-7AAA-AFBF796E1902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23" creationId="{3109DC1C-010A-F63B-7A88-AE7F35C3FCED}"/>
          </ac:spMkLst>
        </pc:spChg>
        <pc:spChg chg="add mod">
          <ac:chgData name="Alexandre Lietard" userId="4ed4568d-87dc-41a3-b1cd-681653f54c31" providerId="ADAL" clId="{39935140-010E-4189-9B3B-400B83565928}" dt="2026-06-09T06:46:00.916" v="5206" actId="1036"/>
          <ac:spMkLst>
            <pc:docMk/>
            <pc:sldMk cId="2733660550" sldId="269"/>
            <ac:spMk id="23" creationId="{EC4864F9-9183-9309-234D-DFF527AB7AB2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35" creationId="{57017AB3-85B0-8212-5D1B-A5A9F0572C32}"/>
          </ac:spMkLst>
        </pc:spChg>
        <pc:spChg chg="del">
          <ac:chgData name="Alexandre Lietard" userId="4ed4568d-87dc-41a3-b1cd-681653f54c31" providerId="ADAL" clId="{39935140-010E-4189-9B3B-400B83565928}" dt="2026-06-08T09:15:20.160" v="2512" actId="478"/>
          <ac:spMkLst>
            <pc:docMk/>
            <pc:sldMk cId="2733660550" sldId="269"/>
            <ac:spMk id="38" creationId="{255F1875-1314-AFA4-E925-8D122D8178D4}"/>
          </ac:spMkLst>
        </pc:spChg>
        <pc:picChg chg="del">
          <ac:chgData name="Alexandre Lietard" userId="4ed4568d-87dc-41a3-b1cd-681653f54c31" providerId="ADAL" clId="{39935140-010E-4189-9B3B-400B83565928}" dt="2026-06-08T09:15:20.160" v="2512" actId="478"/>
          <ac:picMkLst>
            <pc:docMk/>
            <pc:sldMk cId="2733660550" sldId="269"/>
            <ac:picMk id="4" creationId="{233C6693-CA13-44AB-321B-8C83CC8A0744}"/>
          </ac:picMkLst>
        </pc:picChg>
        <pc:picChg chg="add mod">
          <ac:chgData name="Alexandre Lietard" userId="4ed4568d-87dc-41a3-b1cd-681653f54c31" providerId="ADAL" clId="{39935140-010E-4189-9B3B-400B83565928}" dt="2026-06-08T09:41:19.664" v="2998" actId="1076"/>
          <ac:picMkLst>
            <pc:docMk/>
            <pc:sldMk cId="2733660550" sldId="269"/>
            <ac:picMk id="18" creationId="{C9869919-51BF-5466-0AA5-A93CB6C97CE0}"/>
          </ac:picMkLst>
        </pc:picChg>
        <pc:cxnChg chg="add mod">
          <ac:chgData name="Alexandre Lietard" userId="4ed4568d-87dc-41a3-b1cd-681653f54c31" providerId="ADAL" clId="{39935140-010E-4189-9B3B-400B83565928}" dt="2026-06-08T15:12:38.424" v="5190" actId="14100"/>
          <ac:cxnSpMkLst>
            <pc:docMk/>
            <pc:sldMk cId="2733660550" sldId="269"/>
            <ac:cxnSpMk id="4" creationId="{DCE7BB52-1A99-D4C7-17C9-03C546D83EE4}"/>
          </ac:cxnSpMkLst>
        </pc:cxnChg>
        <pc:cxnChg chg="add mod">
          <ac:chgData name="Alexandre Lietard" userId="4ed4568d-87dc-41a3-b1cd-681653f54c31" providerId="ADAL" clId="{39935140-010E-4189-9B3B-400B83565928}" dt="2026-06-08T09:17:19.622" v="2590" actId="14100"/>
          <ac:cxnSpMkLst>
            <pc:docMk/>
            <pc:sldMk cId="2733660550" sldId="269"/>
            <ac:cxnSpMk id="7" creationId="{94BA4AF2-5965-C989-480C-4A9A045EA555}"/>
          </ac:cxnSpMkLst>
        </pc:cxnChg>
        <pc:cxnChg chg="add mod">
          <ac:chgData name="Alexandre Lietard" userId="4ed4568d-87dc-41a3-b1cd-681653f54c31" providerId="ADAL" clId="{39935140-010E-4189-9B3B-400B83565928}" dt="2026-06-08T15:12:28.445" v="5188" actId="14100"/>
          <ac:cxnSpMkLst>
            <pc:docMk/>
            <pc:sldMk cId="2733660550" sldId="269"/>
            <ac:cxnSpMk id="8" creationId="{072935BC-806D-0FFE-D7F3-0AA12444BEFD}"/>
          </ac:cxnSpMkLst>
        </pc:cxnChg>
        <pc:cxnChg chg="del">
          <ac:chgData name="Alexandre Lietard" userId="4ed4568d-87dc-41a3-b1cd-681653f54c31" providerId="ADAL" clId="{39935140-010E-4189-9B3B-400B83565928}" dt="2026-06-08T09:15:20.160" v="2512" actId="478"/>
          <ac:cxnSpMkLst>
            <pc:docMk/>
            <pc:sldMk cId="2733660550" sldId="269"/>
            <ac:cxnSpMk id="9" creationId="{A6940469-44D4-2A7E-FCCC-D96A15CE2134}"/>
          </ac:cxnSpMkLst>
        </pc:cxnChg>
        <pc:cxnChg chg="add mod">
          <ac:chgData name="Alexandre Lietard" userId="4ed4568d-87dc-41a3-b1cd-681653f54c31" providerId="ADAL" clId="{39935140-010E-4189-9B3B-400B83565928}" dt="2026-06-08T15:12:31.134" v="5189" actId="14100"/>
          <ac:cxnSpMkLst>
            <pc:docMk/>
            <pc:sldMk cId="2733660550" sldId="269"/>
            <ac:cxnSpMk id="12" creationId="{8A9445D4-A5C2-44B7-6343-95B4138A9B7E}"/>
          </ac:cxnSpMkLst>
        </pc:cxnChg>
        <pc:cxnChg chg="del">
          <ac:chgData name="Alexandre Lietard" userId="4ed4568d-87dc-41a3-b1cd-681653f54c31" providerId="ADAL" clId="{39935140-010E-4189-9B3B-400B83565928}" dt="2026-06-08T09:15:20.160" v="2512" actId="478"/>
          <ac:cxnSpMkLst>
            <pc:docMk/>
            <pc:sldMk cId="2733660550" sldId="269"/>
            <ac:cxnSpMk id="26" creationId="{2BD51205-A3C4-F539-4202-C460078E7420}"/>
          </ac:cxnSpMkLst>
        </pc:cxnChg>
        <pc:cxnChg chg="del">
          <ac:chgData name="Alexandre Lietard" userId="4ed4568d-87dc-41a3-b1cd-681653f54c31" providerId="ADAL" clId="{39935140-010E-4189-9B3B-400B83565928}" dt="2026-06-08T09:15:20.160" v="2512" actId="478"/>
          <ac:cxnSpMkLst>
            <pc:docMk/>
            <pc:sldMk cId="2733660550" sldId="269"/>
            <ac:cxnSpMk id="39" creationId="{2BFF887C-CF16-3823-0781-C15F78D993D8}"/>
          </ac:cxnSpMkLst>
        </pc:cxnChg>
      </pc:sldChg>
      <pc:sldChg chg="addSp delSp modSp add mod">
        <pc:chgData name="Alexandre Lietard" userId="4ed4568d-87dc-41a3-b1cd-681653f54c31" providerId="ADAL" clId="{39935140-010E-4189-9B3B-400B83565928}" dt="2026-06-08T09:45:27.921" v="3121" actId="20577"/>
        <pc:sldMkLst>
          <pc:docMk/>
          <pc:sldMk cId="2317316375" sldId="270"/>
        </pc:sldMkLst>
        <pc:spChg chg="mod">
          <ac:chgData name="Alexandre Lietard" userId="4ed4568d-87dc-41a3-b1cd-681653f54c31" providerId="ADAL" clId="{39935140-010E-4189-9B3B-400B83565928}" dt="2026-06-08T09:31:37.018" v="2836" actId="1076"/>
          <ac:spMkLst>
            <pc:docMk/>
            <pc:sldMk cId="2317316375" sldId="270"/>
            <ac:spMk id="2" creationId="{CBDEA05A-C5A5-395A-4079-7628A4F0A10E}"/>
          </ac:spMkLst>
        </pc:spChg>
        <pc:spChg chg="del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3" creationId="{F37ED6E8-92A5-EE38-5347-48564EC55594}"/>
          </ac:spMkLst>
        </pc:spChg>
        <pc:spChg chg="add mod">
          <ac:chgData name="Alexandre Lietard" userId="4ed4568d-87dc-41a3-b1cd-681653f54c31" providerId="ADAL" clId="{39935140-010E-4189-9B3B-400B83565928}" dt="2026-06-08T09:45:27.921" v="3121" actId="20577"/>
          <ac:spMkLst>
            <pc:docMk/>
            <pc:sldMk cId="2317316375" sldId="270"/>
            <ac:spMk id="5" creationId="{7A8D0390-3C66-43AE-C885-E73F159D3A83}"/>
          </ac:spMkLst>
        </pc:spChg>
        <pc:spChg chg="mod">
          <ac:chgData name="Alexandre Lietard" userId="4ed4568d-87dc-41a3-b1cd-681653f54c31" providerId="ADAL" clId="{39935140-010E-4189-9B3B-400B83565928}" dt="2026-06-08T09:31:37.210" v="2837" actId="1076"/>
          <ac:spMkLst>
            <pc:docMk/>
            <pc:sldMk cId="2317316375" sldId="270"/>
            <ac:spMk id="6" creationId="{8DC7A882-ECAF-B8F7-BE4B-5AE0A14622E0}"/>
          </ac:spMkLst>
        </pc:spChg>
        <pc:spChg chg="del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11" creationId="{6C751775-722E-DD11-4C4B-5B39D32CB91E}"/>
          </ac:spMkLst>
        </pc:spChg>
        <pc:spChg chg="del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14" creationId="{D3D7B25C-1803-741A-5EC5-4552DC6FCF26}"/>
          </ac:spMkLst>
        </pc:spChg>
        <pc:spChg chg="del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16" creationId="{AE1C35ED-E939-3013-5A28-4D547E6827C5}"/>
          </ac:spMkLst>
        </pc:spChg>
        <pc:spChg chg="del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19" creationId="{3768A49C-AE46-E97A-A7C5-944F0340F411}"/>
          </ac:spMkLst>
        </pc:spChg>
        <pc:spChg chg="del mod">
          <ac:chgData name="Alexandre Lietard" userId="4ed4568d-87dc-41a3-b1cd-681653f54c31" providerId="ADAL" clId="{39935140-010E-4189-9B3B-400B83565928}" dt="2026-06-08T09:31:34.322" v="2835" actId="478"/>
          <ac:spMkLst>
            <pc:docMk/>
            <pc:sldMk cId="2317316375" sldId="270"/>
            <ac:spMk id="20" creationId="{171C8959-5094-BB15-B4F7-FDD02E196E1D}"/>
          </ac:spMkLst>
        </pc:spChg>
        <pc:picChg chg="del">
          <ac:chgData name="Alexandre Lietard" userId="4ed4568d-87dc-41a3-b1cd-681653f54c31" providerId="ADAL" clId="{39935140-010E-4189-9B3B-400B83565928}" dt="2026-06-08T09:31:34.322" v="2835" actId="478"/>
          <ac:picMkLst>
            <pc:docMk/>
            <pc:sldMk cId="2317316375" sldId="270"/>
            <ac:picMk id="18" creationId="{1C370EEA-0BAF-8556-1612-DA936EF50471}"/>
          </ac:picMkLst>
        </pc:picChg>
        <pc:cxnChg chg="del">
          <ac:chgData name="Alexandre Lietard" userId="4ed4568d-87dc-41a3-b1cd-681653f54c31" providerId="ADAL" clId="{39935140-010E-4189-9B3B-400B83565928}" dt="2026-06-08T09:31:34.322" v="2835" actId="478"/>
          <ac:cxnSpMkLst>
            <pc:docMk/>
            <pc:sldMk cId="2317316375" sldId="270"/>
            <ac:cxnSpMk id="4" creationId="{D44F6631-EE21-C04A-E003-6740592C4131}"/>
          </ac:cxnSpMkLst>
        </pc:cxnChg>
        <pc:cxnChg chg="del">
          <ac:chgData name="Alexandre Lietard" userId="4ed4568d-87dc-41a3-b1cd-681653f54c31" providerId="ADAL" clId="{39935140-010E-4189-9B3B-400B83565928}" dt="2026-06-08T09:31:34.322" v="2835" actId="478"/>
          <ac:cxnSpMkLst>
            <pc:docMk/>
            <pc:sldMk cId="2317316375" sldId="270"/>
            <ac:cxnSpMk id="7" creationId="{FE6817F3-7A6A-08C9-9D62-070D9937D239}"/>
          </ac:cxnSpMkLst>
        </pc:cxnChg>
        <pc:cxnChg chg="del">
          <ac:chgData name="Alexandre Lietard" userId="4ed4568d-87dc-41a3-b1cd-681653f54c31" providerId="ADAL" clId="{39935140-010E-4189-9B3B-400B83565928}" dt="2026-06-08T09:31:34.322" v="2835" actId="478"/>
          <ac:cxnSpMkLst>
            <pc:docMk/>
            <pc:sldMk cId="2317316375" sldId="270"/>
            <ac:cxnSpMk id="8" creationId="{FD83BD1C-75CE-B06B-0D29-85BE13D85593}"/>
          </ac:cxnSpMkLst>
        </pc:cxnChg>
      </pc:sldChg>
      <pc:sldChg chg="modSp add del mod">
        <pc:chgData name="Alexandre Lietard" userId="4ed4568d-87dc-41a3-b1cd-681653f54c31" providerId="ADAL" clId="{39935140-010E-4189-9B3B-400B83565928}" dt="2026-06-08T09:40:06.904" v="2986" actId="47"/>
        <pc:sldMkLst>
          <pc:docMk/>
          <pc:sldMk cId="2484441795" sldId="271"/>
        </pc:sldMkLst>
        <pc:spChg chg="mod">
          <ac:chgData name="Alexandre Lietard" userId="4ed4568d-87dc-41a3-b1cd-681653f54c31" providerId="ADAL" clId="{39935140-010E-4189-9B3B-400B83565928}" dt="2026-06-08T09:31:49.284" v="2879" actId="1076"/>
          <ac:spMkLst>
            <pc:docMk/>
            <pc:sldMk cId="2484441795" sldId="271"/>
            <ac:spMk id="2" creationId="{1E377B89-4D61-4953-8F87-B1C0E2C0FE27}"/>
          </ac:spMkLst>
        </pc:spChg>
      </pc:sldChg>
      <pc:sldChg chg="addSp delSp modSp add mod">
        <pc:chgData name="Alexandre Lietard" userId="4ed4568d-87dc-41a3-b1cd-681653f54c31" providerId="ADAL" clId="{39935140-010E-4189-9B3B-400B83565928}" dt="2026-06-08T15:12:18.487" v="5187" actId="20577"/>
        <pc:sldMkLst>
          <pc:docMk/>
          <pc:sldMk cId="1383736688" sldId="272"/>
        </pc:sldMkLst>
        <pc:spChg chg="mod">
          <ac:chgData name="Alexandre Lietard" userId="4ed4568d-87dc-41a3-b1cd-681653f54c31" providerId="ADAL" clId="{39935140-010E-4189-9B3B-400B83565928}" dt="2026-06-08T15:12:18.487" v="5187" actId="20577"/>
          <ac:spMkLst>
            <pc:docMk/>
            <pc:sldMk cId="1383736688" sldId="272"/>
            <ac:spMk id="2" creationId="{C97228D8-44EE-0F0D-9810-A4D43423B0AD}"/>
          </ac:spMkLst>
        </pc:spChg>
        <pc:spChg chg="add del mod">
          <ac:chgData name="Alexandre Lietard" userId="4ed4568d-87dc-41a3-b1cd-681653f54c31" providerId="ADAL" clId="{39935140-010E-4189-9B3B-400B83565928}" dt="2026-06-08T09:34:00.259" v="2948" actId="478"/>
          <ac:spMkLst>
            <pc:docMk/>
            <pc:sldMk cId="1383736688" sldId="272"/>
            <ac:spMk id="3" creationId="{D0BB5658-43FA-4D4C-1603-8E7C31CC99BE}"/>
          </ac:spMkLst>
        </pc:spChg>
        <pc:spChg chg="add del mod">
          <ac:chgData name="Alexandre Lietard" userId="4ed4568d-87dc-41a3-b1cd-681653f54c31" providerId="ADAL" clId="{39935140-010E-4189-9B3B-400B83565928}" dt="2026-06-08T09:33:58.202" v="2947" actId="478"/>
          <ac:spMkLst>
            <pc:docMk/>
            <pc:sldMk cId="1383736688" sldId="272"/>
            <ac:spMk id="6" creationId="{1C50C5BD-9CB8-FB76-2F86-88551BC2F50F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8" creationId="{2C0F6A29-B3DA-9154-29EC-7FF3340F3EC0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10" creationId="{2C9A90E1-6CBA-71EB-A483-68F61FF7D324}"/>
          </ac:spMkLst>
        </pc:spChg>
        <pc:spChg chg="add del">
          <ac:chgData name="Alexandre Lietard" userId="4ed4568d-87dc-41a3-b1cd-681653f54c31" providerId="ADAL" clId="{39935140-010E-4189-9B3B-400B83565928}" dt="2026-06-08T09:33:44.198" v="2941" actId="22"/>
          <ac:spMkLst>
            <pc:docMk/>
            <pc:sldMk cId="1383736688" sldId="272"/>
            <ac:spMk id="11" creationId="{9EC8C959-2D42-85CC-AC9B-1EEE499CC05C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13" creationId="{9F7CE42A-9C02-8F8B-4871-FFC0F901F07E}"/>
          </ac:spMkLst>
        </pc:spChg>
        <pc:spChg chg="add mod">
          <ac:chgData name="Alexandre Lietard" userId="4ed4568d-87dc-41a3-b1cd-681653f54c31" providerId="ADAL" clId="{39935140-010E-4189-9B3B-400B83565928}" dt="2026-06-08T14:12:00.395" v="4251" actId="20577"/>
          <ac:spMkLst>
            <pc:docMk/>
            <pc:sldMk cId="1383736688" sldId="272"/>
            <ac:spMk id="14" creationId="{5FF89A8F-E9C5-7B8A-8902-0807314351C1}"/>
          </ac:spMkLst>
        </pc:spChg>
        <pc:spChg chg="add mod">
          <ac:chgData name="Alexandre Lietard" userId="4ed4568d-87dc-41a3-b1cd-681653f54c31" providerId="ADAL" clId="{39935140-010E-4189-9B3B-400B83565928}" dt="2026-06-08T14:12:07.635" v="4254" actId="14100"/>
          <ac:spMkLst>
            <pc:docMk/>
            <pc:sldMk cId="1383736688" sldId="272"/>
            <ac:spMk id="16" creationId="{4FACF391-D38A-ED92-39BB-A36C77904776}"/>
          </ac:spMkLst>
        </pc:spChg>
        <pc:spChg chg="add mod">
          <ac:chgData name="Alexandre Lietard" userId="4ed4568d-87dc-41a3-b1cd-681653f54c31" providerId="ADAL" clId="{39935140-010E-4189-9B3B-400B83565928}" dt="2026-06-08T14:12:05.834" v="4253"/>
          <ac:spMkLst>
            <pc:docMk/>
            <pc:sldMk cId="1383736688" sldId="272"/>
            <ac:spMk id="18" creationId="{C42C0661-5039-6CF1-D2C2-F1C3B10755E8}"/>
          </ac:spMkLst>
        </pc:spChg>
        <pc:spChg chg="add mod">
          <ac:chgData name="Alexandre Lietard" userId="4ed4568d-87dc-41a3-b1cd-681653f54c31" providerId="ADAL" clId="{39935140-010E-4189-9B3B-400B83565928}" dt="2026-06-08T14:12:13.509" v="4256"/>
          <ac:spMkLst>
            <pc:docMk/>
            <pc:sldMk cId="1383736688" sldId="272"/>
            <ac:spMk id="20" creationId="{680C8A25-9DDF-B324-07BE-6FFD136E5F76}"/>
          </ac:spMkLst>
        </pc:spChg>
        <pc:spChg chg="add mod">
          <ac:chgData name="Alexandre Lietard" userId="4ed4568d-87dc-41a3-b1cd-681653f54c31" providerId="ADAL" clId="{39935140-010E-4189-9B3B-400B83565928}" dt="2026-06-08T14:12:17.435" v="4258" actId="1076"/>
          <ac:spMkLst>
            <pc:docMk/>
            <pc:sldMk cId="1383736688" sldId="272"/>
            <ac:spMk id="22" creationId="{A8266153-5C84-E1C1-0144-561620AD11BF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23" creationId="{14B0E7DD-B9EA-B932-43E3-EFC69474BDA0}"/>
          </ac:spMkLst>
        </pc:spChg>
        <pc:spChg chg="add del mod">
          <ac:chgData name="Alexandre Lietard" userId="4ed4568d-87dc-41a3-b1cd-681653f54c31" providerId="ADAL" clId="{39935140-010E-4189-9B3B-400B83565928}" dt="2026-06-08T09:39:52.998" v="2985" actId="478"/>
          <ac:spMkLst>
            <pc:docMk/>
            <pc:sldMk cId="1383736688" sldId="272"/>
            <ac:spMk id="25" creationId="{6F1C3FB2-3E07-988F-0D36-6D5C59076462}"/>
          </ac:spMkLst>
        </pc:spChg>
        <pc:spChg chg="add mod">
          <ac:chgData name="Alexandre Lietard" userId="4ed4568d-87dc-41a3-b1cd-681653f54c31" providerId="ADAL" clId="{39935140-010E-4189-9B3B-400B83565928}" dt="2026-06-08T14:12:20.794" v="4261" actId="20577"/>
          <ac:spMkLst>
            <pc:docMk/>
            <pc:sldMk cId="1383736688" sldId="272"/>
            <ac:spMk id="27" creationId="{EDB325A7-01C4-9B7C-0A96-A1DF13FA4495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35" creationId="{CDD88F30-F2D5-9762-7CB2-3FB08C108C02}"/>
          </ac:spMkLst>
        </pc:spChg>
        <pc:spChg chg="del">
          <ac:chgData name="Alexandre Lietard" userId="4ed4568d-87dc-41a3-b1cd-681653f54c31" providerId="ADAL" clId="{39935140-010E-4189-9B3B-400B83565928}" dt="2026-06-08T09:32:26.529" v="2907" actId="478"/>
          <ac:spMkLst>
            <pc:docMk/>
            <pc:sldMk cId="1383736688" sldId="272"/>
            <ac:spMk id="38" creationId="{BB886286-D400-1AC7-6D4E-B73EB84B9BF6}"/>
          </ac:spMkLst>
        </pc:spChg>
        <pc:picChg chg="del">
          <ac:chgData name="Alexandre Lietard" userId="4ed4568d-87dc-41a3-b1cd-681653f54c31" providerId="ADAL" clId="{39935140-010E-4189-9B3B-400B83565928}" dt="2026-06-08T09:32:26.529" v="2907" actId="478"/>
          <ac:picMkLst>
            <pc:docMk/>
            <pc:sldMk cId="1383736688" sldId="272"/>
            <ac:picMk id="4" creationId="{A15DC8B5-E613-BAC3-3E4E-4DAD45E689EA}"/>
          </ac:picMkLst>
        </pc:picChg>
        <pc:cxnChg chg="del">
          <ac:chgData name="Alexandre Lietard" userId="4ed4568d-87dc-41a3-b1cd-681653f54c31" providerId="ADAL" clId="{39935140-010E-4189-9B3B-400B83565928}" dt="2026-06-08T09:32:26.529" v="2907" actId="478"/>
          <ac:cxnSpMkLst>
            <pc:docMk/>
            <pc:sldMk cId="1383736688" sldId="272"/>
            <ac:cxnSpMk id="5" creationId="{71943BA4-5883-1B7A-AB31-B22E524A0410}"/>
          </ac:cxnSpMkLst>
        </pc:cxnChg>
        <pc:cxnChg chg="del">
          <ac:chgData name="Alexandre Lietard" userId="4ed4568d-87dc-41a3-b1cd-681653f54c31" providerId="ADAL" clId="{39935140-010E-4189-9B3B-400B83565928}" dt="2026-06-08T09:32:26.529" v="2907" actId="478"/>
          <ac:cxnSpMkLst>
            <pc:docMk/>
            <pc:sldMk cId="1383736688" sldId="272"/>
            <ac:cxnSpMk id="9" creationId="{CE383555-F7D1-145A-D738-B93B4115F03C}"/>
          </ac:cxnSpMkLst>
        </pc:cxnChg>
        <pc:cxnChg chg="del">
          <ac:chgData name="Alexandre Lietard" userId="4ed4568d-87dc-41a3-b1cd-681653f54c31" providerId="ADAL" clId="{39935140-010E-4189-9B3B-400B83565928}" dt="2026-06-08T09:32:26.529" v="2907" actId="478"/>
          <ac:cxnSpMkLst>
            <pc:docMk/>
            <pc:sldMk cId="1383736688" sldId="272"/>
            <ac:cxnSpMk id="39" creationId="{E424B5AE-7261-24D6-3310-E7A2F97FED43}"/>
          </ac:cxnSpMkLst>
        </pc:cxnChg>
      </pc:sldChg>
      <pc:sldChg chg="delSp new del mod">
        <pc:chgData name="Alexandre Lietard" userId="4ed4568d-87dc-41a3-b1cd-681653f54c31" providerId="ADAL" clId="{39935140-010E-4189-9B3B-400B83565928}" dt="2026-06-08T09:44:52.013" v="3071" actId="47"/>
        <pc:sldMkLst>
          <pc:docMk/>
          <pc:sldMk cId="2851193604" sldId="273"/>
        </pc:sldMkLst>
        <pc:spChg chg="del">
          <ac:chgData name="Alexandre Lietard" userId="4ed4568d-87dc-41a3-b1cd-681653f54c31" providerId="ADAL" clId="{39935140-010E-4189-9B3B-400B83565928}" dt="2026-06-08T09:40:59.603" v="2990" actId="478"/>
          <ac:spMkLst>
            <pc:docMk/>
            <pc:sldMk cId="2851193604" sldId="273"/>
            <ac:spMk id="2" creationId="{CA38E536-516E-9A1A-7B7A-59932382AF50}"/>
          </ac:spMkLst>
        </pc:spChg>
        <pc:spChg chg="del">
          <ac:chgData name="Alexandre Lietard" userId="4ed4568d-87dc-41a3-b1cd-681653f54c31" providerId="ADAL" clId="{39935140-010E-4189-9B3B-400B83565928}" dt="2026-06-08T09:40:59.603" v="2990" actId="478"/>
          <ac:spMkLst>
            <pc:docMk/>
            <pc:sldMk cId="2851193604" sldId="273"/>
            <ac:spMk id="3" creationId="{546E0004-A562-3B13-733C-10EB6F433A29}"/>
          </ac:spMkLst>
        </pc:spChg>
      </pc:sldChg>
      <pc:sldChg chg="addSp delSp modSp add mod modAnim">
        <pc:chgData name="Alexandre Lietard" userId="4ed4568d-87dc-41a3-b1cd-681653f54c31" providerId="ADAL" clId="{39935140-010E-4189-9B3B-400B83565928}" dt="2026-06-09T07:25:10.503" v="5255" actId="20577"/>
        <pc:sldMkLst>
          <pc:docMk/>
          <pc:sldMk cId="3344848582" sldId="273"/>
        </pc:sldMkLst>
        <pc:spChg chg="mod">
          <ac:chgData name="Alexandre Lietard" userId="4ed4568d-87dc-41a3-b1cd-681653f54c31" providerId="ADAL" clId="{39935140-010E-4189-9B3B-400B83565928}" dt="2026-06-08T09:51:05.588" v="3199" actId="1076"/>
          <ac:spMkLst>
            <pc:docMk/>
            <pc:sldMk cId="3344848582" sldId="273"/>
            <ac:spMk id="2" creationId="{8B5ACB61-DDF5-692C-9512-40730D3D5859}"/>
          </ac:spMkLst>
        </pc:spChg>
        <pc:spChg chg="add mod">
          <ac:chgData name="Alexandre Lietard" userId="4ed4568d-87dc-41a3-b1cd-681653f54c31" providerId="ADAL" clId="{39935140-010E-4189-9B3B-400B83565928}" dt="2026-06-09T07:25:10.503" v="5255" actId="20577"/>
          <ac:spMkLst>
            <pc:docMk/>
            <pc:sldMk cId="3344848582" sldId="273"/>
            <ac:spMk id="3" creationId="{5B21F5BA-4A1E-0491-9E6D-B0098E296034}"/>
          </ac:spMkLst>
        </pc:spChg>
        <pc:spChg chg="add del mod">
          <ac:chgData name="Alexandre Lietard" userId="4ed4568d-87dc-41a3-b1cd-681653f54c31" providerId="ADAL" clId="{39935140-010E-4189-9B3B-400B83565928}" dt="2026-06-08T09:49:19.421" v="3178" actId="478"/>
          <ac:spMkLst>
            <pc:docMk/>
            <pc:sldMk cId="3344848582" sldId="273"/>
            <ac:spMk id="4" creationId="{408A9243-6AA0-7F70-8D60-7D5DBD19B8CD}"/>
          </ac:spMkLst>
        </pc:spChg>
        <pc:spChg chg="del">
          <ac:chgData name="Alexandre Lietard" userId="4ed4568d-87dc-41a3-b1cd-681653f54c31" providerId="ADAL" clId="{39935140-010E-4189-9B3B-400B83565928}" dt="2026-06-08T09:47:25.804" v="3129" actId="478"/>
          <ac:spMkLst>
            <pc:docMk/>
            <pc:sldMk cId="3344848582" sldId="273"/>
            <ac:spMk id="5" creationId="{9A962A38-E4E4-E581-7AD5-3454186187E6}"/>
          </ac:spMkLst>
        </pc:spChg>
        <pc:spChg chg="del">
          <ac:chgData name="Alexandre Lietard" userId="4ed4568d-87dc-41a3-b1cd-681653f54c31" providerId="ADAL" clId="{39935140-010E-4189-9B3B-400B83565928}" dt="2026-06-08T09:47:25.804" v="3129" actId="478"/>
          <ac:spMkLst>
            <pc:docMk/>
            <pc:sldMk cId="3344848582" sldId="273"/>
            <ac:spMk id="6" creationId="{8D2A4324-A6F6-81E8-E379-5BF2D85A57BB}"/>
          </ac:spMkLst>
        </pc:spChg>
        <pc:picChg chg="add mod">
          <ac:chgData name="Alexandre Lietard" userId="4ed4568d-87dc-41a3-b1cd-681653f54c31" providerId="ADAL" clId="{39935140-010E-4189-9B3B-400B83565928}" dt="2026-06-08T09:49:43.772" v="3186" actId="1076"/>
          <ac:picMkLst>
            <pc:docMk/>
            <pc:sldMk cId="3344848582" sldId="273"/>
            <ac:picMk id="8" creationId="{686577F3-73A2-5BC4-68E8-B935C095912D}"/>
          </ac:picMkLst>
        </pc:picChg>
        <pc:picChg chg="add mod">
          <ac:chgData name="Alexandre Lietard" userId="4ed4568d-87dc-41a3-b1cd-681653f54c31" providerId="ADAL" clId="{39935140-010E-4189-9B3B-400B83565928}" dt="2026-06-08T09:49:55.102" v="3188" actId="1076"/>
          <ac:picMkLst>
            <pc:docMk/>
            <pc:sldMk cId="3344848582" sldId="273"/>
            <ac:picMk id="12" creationId="{14BE5D28-48D0-9759-5715-C61E62336E5B}"/>
          </ac:picMkLst>
        </pc:picChg>
        <pc:picChg chg="add mod">
          <ac:chgData name="Alexandre Lietard" userId="4ed4568d-87dc-41a3-b1cd-681653f54c31" providerId="ADAL" clId="{39935140-010E-4189-9B3B-400B83565928}" dt="2026-06-08T09:52:52.706" v="3204" actId="1076"/>
          <ac:picMkLst>
            <pc:docMk/>
            <pc:sldMk cId="3344848582" sldId="273"/>
            <ac:picMk id="16" creationId="{D7DA997D-AEF3-717D-B692-FAF39D19FB38}"/>
          </ac:picMkLst>
        </pc:picChg>
        <pc:cxnChg chg="add mod">
          <ac:chgData name="Alexandre Lietard" userId="4ed4568d-87dc-41a3-b1cd-681653f54c31" providerId="ADAL" clId="{39935140-010E-4189-9B3B-400B83565928}" dt="2026-06-08T09:49:43.772" v="3186" actId="1076"/>
          <ac:cxnSpMkLst>
            <pc:docMk/>
            <pc:sldMk cId="3344848582" sldId="273"/>
            <ac:cxnSpMk id="10" creationId="{AB6A4E67-CDCD-D51F-9CC5-1F905550FA87}"/>
          </ac:cxnSpMkLst>
        </pc:cxnChg>
        <pc:cxnChg chg="add mod">
          <ac:chgData name="Alexandre Lietard" userId="4ed4568d-87dc-41a3-b1cd-681653f54c31" providerId="ADAL" clId="{39935140-010E-4189-9B3B-400B83565928}" dt="2026-06-08T09:50:02.097" v="3191" actId="14100"/>
          <ac:cxnSpMkLst>
            <pc:docMk/>
            <pc:sldMk cId="3344848582" sldId="273"/>
            <ac:cxnSpMk id="13" creationId="{15C23FB0-0056-8D30-322A-34D7AF7437DE}"/>
          </ac:cxnSpMkLst>
        </pc:cxnChg>
      </pc:sldChg>
      <pc:sldChg chg="addSp delSp modSp add mod delAnim">
        <pc:chgData name="Alexandre Lietard" userId="4ed4568d-87dc-41a3-b1cd-681653f54c31" providerId="ADAL" clId="{39935140-010E-4189-9B3B-400B83565928}" dt="2026-06-08T15:12:55.240" v="5194" actId="313"/>
        <pc:sldMkLst>
          <pc:docMk/>
          <pc:sldMk cId="728090901" sldId="274"/>
        </pc:sldMkLst>
        <pc:spChg chg="mod">
          <ac:chgData name="Alexandre Lietard" userId="4ed4568d-87dc-41a3-b1cd-681653f54c31" providerId="ADAL" clId="{39935140-010E-4189-9B3B-400B83565928}" dt="2026-06-08T11:32:48.880" v="4053" actId="21"/>
          <ac:spMkLst>
            <pc:docMk/>
            <pc:sldMk cId="728090901" sldId="274"/>
            <ac:spMk id="2" creationId="{FDE302A3-1EEC-8451-EF0B-B12CE28F1453}"/>
          </ac:spMkLst>
        </pc:spChg>
        <pc:spChg chg="del mod">
          <ac:chgData name="Alexandre Lietard" userId="4ed4568d-87dc-41a3-b1cd-681653f54c31" providerId="ADAL" clId="{39935140-010E-4189-9B3B-400B83565928}" dt="2026-06-08T11:11:31.449" v="3654" actId="478"/>
          <ac:spMkLst>
            <pc:docMk/>
            <pc:sldMk cId="728090901" sldId="274"/>
            <ac:spMk id="3" creationId="{00B9BEBE-654B-8AA3-7203-1BBC5C82517E}"/>
          </ac:spMkLst>
        </pc:spChg>
        <pc:spChg chg="add del mod">
          <ac:chgData name="Alexandre Lietard" userId="4ed4568d-87dc-41a3-b1cd-681653f54c31" providerId="ADAL" clId="{39935140-010E-4189-9B3B-400B83565928}" dt="2026-06-08T11:27:37.728" v="3660" actId="478"/>
          <ac:spMkLst>
            <pc:docMk/>
            <pc:sldMk cId="728090901" sldId="274"/>
            <ac:spMk id="4" creationId="{1EFD66A0-A2AB-E309-C0E6-71B88D5ED373}"/>
          </ac:spMkLst>
        </pc:spChg>
        <pc:spChg chg="add mod">
          <ac:chgData name="Alexandre Lietard" userId="4ed4568d-87dc-41a3-b1cd-681653f54c31" providerId="ADAL" clId="{39935140-010E-4189-9B3B-400B83565928}" dt="2026-06-08T15:12:55.240" v="5194" actId="313"/>
          <ac:spMkLst>
            <pc:docMk/>
            <pc:sldMk cId="728090901" sldId="274"/>
            <ac:spMk id="5" creationId="{FE309553-2C80-D57F-273A-22107649AF1A}"/>
          </ac:spMkLst>
        </pc:spChg>
        <pc:spChg chg="add del mod">
          <ac:chgData name="Alexandre Lietard" userId="4ed4568d-87dc-41a3-b1cd-681653f54c31" providerId="ADAL" clId="{39935140-010E-4189-9B3B-400B83565928}" dt="2026-06-08T11:29:37.357" v="3768" actId="478"/>
          <ac:spMkLst>
            <pc:docMk/>
            <pc:sldMk cId="728090901" sldId="274"/>
            <ac:spMk id="9" creationId="{860C1BFC-154D-7549-F0FE-71AF6ED4E1E4}"/>
          </ac:spMkLst>
        </pc:spChg>
        <pc:spChg chg="add mod">
          <ac:chgData name="Alexandre Lietard" userId="4ed4568d-87dc-41a3-b1cd-681653f54c31" providerId="ADAL" clId="{39935140-010E-4189-9B3B-400B83565928}" dt="2026-06-08T11:29:58.489" v="3848"/>
          <ac:spMkLst>
            <pc:docMk/>
            <pc:sldMk cId="728090901" sldId="274"/>
            <ac:spMk id="11" creationId="{9EE9624C-21CB-42BE-F2B8-EC66115EE376}"/>
          </ac:spMkLst>
        </pc:spChg>
        <pc:spChg chg="add mod">
          <ac:chgData name="Alexandre Lietard" userId="4ed4568d-87dc-41a3-b1cd-681653f54c31" providerId="ADAL" clId="{39935140-010E-4189-9B3B-400B83565928}" dt="2026-06-08T11:30:13.299" v="3856" actId="1076"/>
          <ac:spMkLst>
            <pc:docMk/>
            <pc:sldMk cId="728090901" sldId="274"/>
            <ac:spMk id="14" creationId="{E14F0A33-04BA-175C-151A-BCEE8EF23BF0}"/>
          </ac:spMkLst>
        </pc:spChg>
        <pc:spChg chg="add mod">
          <ac:chgData name="Alexandre Lietard" userId="4ed4568d-87dc-41a3-b1cd-681653f54c31" providerId="ADAL" clId="{39935140-010E-4189-9B3B-400B83565928}" dt="2026-06-08T11:31:07.419" v="3941" actId="1076"/>
          <ac:spMkLst>
            <pc:docMk/>
            <pc:sldMk cId="728090901" sldId="274"/>
            <ac:spMk id="17" creationId="{347D2591-13F7-E0DF-337C-BEC97BC32945}"/>
          </ac:spMkLst>
        </pc:spChg>
        <pc:spChg chg="add mod">
          <ac:chgData name="Alexandre Lietard" userId="4ed4568d-87dc-41a3-b1cd-681653f54c31" providerId="ADAL" clId="{39935140-010E-4189-9B3B-400B83565928}" dt="2026-06-08T11:31:02.995" v="3940" actId="1076"/>
          <ac:spMkLst>
            <pc:docMk/>
            <pc:sldMk cId="728090901" sldId="274"/>
            <ac:spMk id="18" creationId="{99DB1EC3-6487-060A-9660-4DECCF0B7278}"/>
          </ac:spMkLst>
        </pc:spChg>
        <pc:spChg chg="add del mod">
          <ac:chgData name="Alexandre Lietard" userId="4ed4568d-87dc-41a3-b1cd-681653f54c31" providerId="ADAL" clId="{39935140-010E-4189-9B3B-400B83565928}" dt="2026-06-08T11:31:25.960" v="3944" actId="478"/>
          <ac:spMkLst>
            <pc:docMk/>
            <pc:sldMk cId="728090901" sldId="274"/>
            <ac:spMk id="19" creationId="{1FD0B32E-C7F0-42FE-E9AB-47B575C21B91}"/>
          </ac:spMkLst>
        </pc:spChg>
        <pc:spChg chg="add mod">
          <ac:chgData name="Alexandre Lietard" userId="4ed4568d-87dc-41a3-b1cd-681653f54c31" providerId="ADAL" clId="{39935140-010E-4189-9B3B-400B83565928}" dt="2026-06-08T11:33:22.006" v="4085" actId="1076"/>
          <ac:spMkLst>
            <pc:docMk/>
            <pc:sldMk cId="728090901" sldId="274"/>
            <ac:spMk id="20" creationId="{5005B3F7-E248-9E49-FE8C-CBEAD6A1ABCD}"/>
          </ac:spMkLst>
        </pc:spChg>
        <pc:spChg chg="add del">
          <ac:chgData name="Alexandre Lietard" userId="4ed4568d-87dc-41a3-b1cd-681653f54c31" providerId="ADAL" clId="{39935140-010E-4189-9B3B-400B83565928}" dt="2026-06-08T11:44:01.926" v="4088" actId="22"/>
          <ac:spMkLst>
            <pc:docMk/>
            <pc:sldMk cId="728090901" sldId="274"/>
            <ac:spMk id="22" creationId="{62078BFD-ECF9-E14B-1DB9-2D60B9D28B6B}"/>
          </ac:spMkLst>
        </pc:spChg>
        <pc:picChg chg="add mod">
          <ac:chgData name="Alexandre Lietard" userId="4ed4568d-87dc-41a3-b1cd-681653f54c31" providerId="ADAL" clId="{39935140-010E-4189-9B3B-400B83565928}" dt="2026-06-08T11:30:23.924" v="3875" actId="1076"/>
          <ac:picMkLst>
            <pc:docMk/>
            <pc:sldMk cId="728090901" sldId="274"/>
            <ac:picMk id="7" creationId="{83636865-DBB8-F001-A125-73CCFAE9E191}"/>
          </ac:picMkLst>
        </pc:picChg>
        <pc:picChg chg="del">
          <ac:chgData name="Alexandre Lietard" userId="4ed4568d-87dc-41a3-b1cd-681653f54c31" providerId="ADAL" clId="{39935140-010E-4189-9B3B-400B83565928}" dt="2026-06-08T10:03:26.081" v="3451" actId="478"/>
          <ac:picMkLst>
            <pc:docMk/>
            <pc:sldMk cId="728090901" sldId="274"/>
            <ac:picMk id="8" creationId="{5EBAB6B0-601C-178C-BA5B-97E9E305E23B}"/>
          </ac:picMkLst>
        </pc:picChg>
        <pc:picChg chg="del">
          <ac:chgData name="Alexandre Lietard" userId="4ed4568d-87dc-41a3-b1cd-681653f54c31" providerId="ADAL" clId="{39935140-010E-4189-9B3B-400B83565928}" dt="2026-06-08T10:03:26.081" v="3451" actId="478"/>
          <ac:picMkLst>
            <pc:docMk/>
            <pc:sldMk cId="728090901" sldId="274"/>
            <ac:picMk id="12" creationId="{BDB95A14-3614-696E-8F21-A74882D76DAF}"/>
          </ac:picMkLst>
        </pc:picChg>
        <pc:picChg chg="del">
          <ac:chgData name="Alexandre Lietard" userId="4ed4568d-87dc-41a3-b1cd-681653f54c31" providerId="ADAL" clId="{39935140-010E-4189-9B3B-400B83565928}" dt="2026-06-08T10:03:26.081" v="3451" actId="478"/>
          <ac:picMkLst>
            <pc:docMk/>
            <pc:sldMk cId="728090901" sldId="274"/>
            <ac:picMk id="16" creationId="{066831E4-EBC5-F1DF-4FC1-415370CE5DC4}"/>
          </ac:picMkLst>
        </pc:picChg>
        <pc:cxnChg chg="del">
          <ac:chgData name="Alexandre Lietard" userId="4ed4568d-87dc-41a3-b1cd-681653f54c31" providerId="ADAL" clId="{39935140-010E-4189-9B3B-400B83565928}" dt="2026-06-08T10:03:26.081" v="3451" actId="478"/>
          <ac:cxnSpMkLst>
            <pc:docMk/>
            <pc:sldMk cId="728090901" sldId="274"/>
            <ac:cxnSpMk id="10" creationId="{7BE0592A-6086-EBE1-9577-45C0AA3BAA7A}"/>
          </ac:cxnSpMkLst>
        </pc:cxnChg>
        <pc:cxnChg chg="del">
          <ac:chgData name="Alexandre Lietard" userId="4ed4568d-87dc-41a3-b1cd-681653f54c31" providerId="ADAL" clId="{39935140-010E-4189-9B3B-400B83565928}" dt="2026-06-08T10:03:26.081" v="3451" actId="478"/>
          <ac:cxnSpMkLst>
            <pc:docMk/>
            <pc:sldMk cId="728090901" sldId="274"/>
            <ac:cxnSpMk id="13" creationId="{19D5D8D9-A78B-4FB8-8349-022D5C7C547A}"/>
          </ac:cxnSpMkLst>
        </pc:cxnChg>
      </pc:sldChg>
      <pc:sldChg chg="addSp delSp modSp add mod">
        <pc:chgData name="Alexandre Lietard" userId="4ed4568d-87dc-41a3-b1cd-681653f54c31" providerId="ADAL" clId="{39935140-010E-4189-9B3B-400B83565928}" dt="2026-06-08T14:25:09.211" v="4313" actId="22"/>
        <pc:sldMkLst>
          <pc:docMk/>
          <pc:sldMk cId="1201402512" sldId="275"/>
        </pc:sldMkLst>
        <pc:spChg chg="mod">
          <ac:chgData name="Alexandre Lietard" userId="4ed4568d-87dc-41a3-b1cd-681653f54c31" providerId="ADAL" clId="{39935140-010E-4189-9B3B-400B83565928}" dt="2026-06-08T11:44:06.964" v="4104" actId="20577"/>
          <ac:spMkLst>
            <pc:docMk/>
            <pc:sldMk cId="1201402512" sldId="275"/>
            <ac:spMk id="2" creationId="{2039A7CA-FAB9-7102-3B95-0734B507372A}"/>
          </ac:spMkLst>
        </pc:spChg>
        <pc:spChg chg="mod">
          <ac:chgData name="Alexandre Lietard" userId="4ed4568d-87dc-41a3-b1cd-681653f54c31" providerId="ADAL" clId="{39935140-010E-4189-9B3B-400B83565928}" dt="2026-06-08T11:46:06.354" v="4194" actId="20577"/>
          <ac:spMkLst>
            <pc:docMk/>
            <pc:sldMk cId="1201402512" sldId="275"/>
            <ac:spMk id="5" creationId="{42E60409-BC26-F335-1AEF-D15709040A34}"/>
          </ac:spMkLst>
        </pc:spChg>
        <pc:spChg chg="add del">
          <ac:chgData name="Alexandre Lietard" userId="4ed4568d-87dc-41a3-b1cd-681653f54c31" providerId="ADAL" clId="{39935140-010E-4189-9B3B-400B83565928}" dt="2026-06-08T14:25:09.211" v="4313" actId="22"/>
          <ac:spMkLst>
            <pc:docMk/>
            <pc:sldMk cId="1201402512" sldId="275"/>
            <ac:spMk id="8" creationId="{34DAD874-ACB3-4C38-3BE0-F04F140F053B}"/>
          </ac:spMkLst>
        </pc:spChg>
        <pc:spChg chg="mod">
          <ac:chgData name="Alexandre Lietard" userId="4ed4568d-87dc-41a3-b1cd-681653f54c31" providerId="ADAL" clId="{39935140-010E-4189-9B3B-400B83565928}" dt="2026-06-08T11:45:07.974" v="4179" actId="1076"/>
          <ac:spMkLst>
            <pc:docMk/>
            <pc:sldMk cId="1201402512" sldId="275"/>
            <ac:spMk id="14" creationId="{C8F7C947-8D84-5DF7-D71F-8BEBC70B3187}"/>
          </ac:spMkLst>
        </pc:spChg>
        <pc:spChg chg="mod">
          <ac:chgData name="Alexandre Lietard" userId="4ed4568d-87dc-41a3-b1cd-681653f54c31" providerId="ADAL" clId="{39935140-010E-4189-9B3B-400B83565928}" dt="2026-06-08T11:45:09.794" v="4180" actId="1076"/>
          <ac:spMkLst>
            <pc:docMk/>
            <pc:sldMk cId="1201402512" sldId="275"/>
            <ac:spMk id="17" creationId="{F38B10DB-0A74-4A9D-06B4-12174AF5D93B}"/>
          </ac:spMkLst>
        </pc:spChg>
        <pc:spChg chg="mod">
          <ac:chgData name="Alexandre Lietard" userId="4ed4568d-87dc-41a3-b1cd-681653f54c31" providerId="ADAL" clId="{39935140-010E-4189-9B3B-400B83565928}" dt="2026-06-08T11:45:04.800" v="4178" actId="1076"/>
          <ac:spMkLst>
            <pc:docMk/>
            <pc:sldMk cId="1201402512" sldId="275"/>
            <ac:spMk id="18" creationId="{8E96BF23-6F12-7B09-B653-347C53CF6335}"/>
          </ac:spMkLst>
        </pc:spChg>
        <pc:spChg chg="mod">
          <ac:chgData name="Alexandre Lietard" userId="4ed4568d-87dc-41a3-b1cd-681653f54c31" providerId="ADAL" clId="{39935140-010E-4189-9B3B-400B83565928}" dt="2026-06-08T11:44:58.875" v="4175" actId="1076"/>
          <ac:spMkLst>
            <pc:docMk/>
            <pc:sldMk cId="1201402512" sldId="275"/>
            <ac:spMk id="20" creationId="{011FC97D-3B8C-342F-8C13-F7D18B612A06}"/>
          </ac:spMkLst>
        </pc:spChg>
        <pc:picChg chg="add mod">
          <ac:chgData name="Alexandre Lietard" userId="4ed4568d-87dc-41a3-b1cd-681653f54c31" providerId="ADAL" clId="{39935140-010E-4189-9B3B-400B83565928}" dt="2026-06-08T11:45:07.974" v="4179" actId="1076"/>
          <ac:picMkLst>
            <pc:docMk/>
            <pc:sldMk cId="1201402512" sldId="275"/>
            <ac:picMk id="4" creationId="{DC7F3FA5-05D0-3DD6-410E-7BED12C8DF28}"/>
          </ac:picMkLst>
        </pc:picChg>
        <pc:picChg chg="del">
          <ac:chgData name="Alexandre Lietard" userId="4ed4568d-87dc-41a3-b1cd-681653f54c31" providerId="ADAL" clId="{39935140-010E-4189-9B3B-400B83565928}" dt="2026-06-08T11:44:24.780" v="4105" actId="478"/>
          <ac:picMkLst>
            <pc:docMk/>
            <pc:sldMk cId="1201402512" sldId="275"/>
            <ac:picMk id="7" creationId="{9162FCDB-CBD4-8430-D926-A31246A8E6BF}"/>
          </ac:picMkLst>
        </pc:picChg>
      </pc:sldChg>
      <pc:sldChg chg="addSp delSp modSp add mod">
        <pc:chgData name="Alexandre Lietard" userId="4ed4568d-87dc-41a3-b1cd-681653f54c31" providerId="ADAL" clId="{39935140-010E-4189-9B3B-400B83565928}" dt="2026-06-09T06:52:36.356" v="5245" actId="20577"/>
        <pc:sldMkLst>
          <pc:docMk/>
          <pc:sldMk cId="2797341224" sldId="276"/>
        </pc:sldMkLst>
        <pc:spChg chg="mod">
          <ac:chgData name="Alexandre Lietard" userId="4ed4568d-87dc-41a3-b1cd-681653f54c31" providerId="ADAL" clId="{39935140-010E-4189-9B3B-400B83565928}" dt="2026-06-08T14:27:52.808" v="4372" actId="1076"/>
          <ac:spMkLst>
            <pc:docMk/>
            <pc:sldMk cId="2797341224" sldId="276"/>
            <ac:spMk id="2" creationId="{3B07C7E5-7652-4E75-DE2D-6CCE2D3F1D2F}"/>
          </ac:spMkLst>
        </pc:spChg>
        <pc:spChg chg="add mod">
          <ac:chgData name="Alexandre Lietard" userId="4ed4568d-87dc-41a3-b1cd-681653f54c31" providerId="ADAL" clId="{39935140-010E-4189-9B3B-400B83565928}" dt="2026-06-09T06:52:36.356" v="5245" actId="20577"/>
          <ac:spMkLst>
            <pc:docMk/>
            <pc:sldMk cId="2797341224" sldId="276"/>
            <ac:spMk id="3" creationId="{7F964039-0770-EE4D-A2C7-C496E571C32C}"/>
          </ac:spMkLst>
        </pc:spChg>
        <pc:spChg chg="del">
          <ac:chgData name="Alexandre Lietard" userId="4ed4568d-87dc-41a3-b1cd-681653f54c31" providerId="ADAL" clId="{39935140-010E-4189-9B3B-400B83565928}" dt="2026-06-08T14:25:16.793" v="4336" actId="478"/>
          <ac:spMkLst>
            <pc:docMk/>
            <pc:sldMk cId="2797341224" sldId="276"/>
            <ac:spMk id="5" creationId="{06AFECC2-25A7-1060-6ED8-9E010BF7C6FD}"/>
          </ac:spMkLst>
        </pc:spChg>
        <pc:spChg chg="del">
          <ac:chgData name="Alexandre Lietard" userId="4ed4568d-87dc-41a3-b1cd-681653f54c31" providerId="ADAL" clId="{39935140-010E-4189-9B3B-400B83565928}" dt="2026-06-08T14:25:18.909" v="4337" actId="478"/>
          <ac:spMkLst>
            <pc:docMk/>
            <pc:sldMk cId="2797341224" sldId="276"/>
            <ac:spMk id="14" creationId="{9694AE38-0A4F-401F-659E-D4040F99C98C}"/>
          </ac:spMkLst>
        </pc:spChg>
        <pc:spChg chg="del">
          <ac:chgData name="Alexandre Lietard" userId="4ed4568d-87dc-41a3-b1cd-681653f54c31" providerId="ADAL" clId="{39935140-010E-4189-9B3B-400B83565928}" dt="2026-06-08T14:25:16.793" v="4336" actId="478"/>
          <ac:spMkLst>
            <pc:docMk/>
            <pc:sldMk cId="2797341224" sldId="276"/>
            <ac:spMk id="17" creationId="{468C00AD-5481-294D-F97E-E6DDF97DDABA}"/>
          </ac:spMkLst>
        </pc:spChg>
        <pc:spChg chg="del">
          <ac:chgData name="Alexandre Lietard" userId="4ed4568d-87dc-41a3-b1cd-681653f54c31" providerId="ADAL" clId="{39935140-010E-4189-9B3B-400B83565928}" dt="2026-06-08T14:25:16.793" v="4336" actId="478"/>
          <ac:spMkLst>
            <pc:docMk/>
            <pc:sldMk cId="2797341224" sldId="276"/>
            <ac:spMk id="18" creationId="{824E2786-14B3-1CA1-73DE-79A7521D3308}"/>
          </ac:spMkLst>
        </pc:spChg>
        <pc:spChg chg="del">
          <ac:chgData name="Alexandre Lietard" userId="4ed4568d-87dc-41a3-b1cd-681653f54c31" providerId="ADAL" clId="{39935140-010E-4189-9B3B-400B83565928}" dt="2026-06-08T14:25:16.793" v="4336" actId="478"/>
          <ac:spMkLst>
            <pc:docMk/>
            <pc:sldMk cId="2797341224" sldId="276"/>
            <ac:spMk id="20" creationId="{EC7D50AA-E686-CC08-B392-6B79D87D9D22}"/>
          </ac:spMkLst>
        </pc:spChg>
        <pc:picChg chg="del">
          <ac:chgData name="Alexandre Lietard" userId="4ed4568d-87dc-41a3-b1cd-681653f54c31" providerId="ADAL" clId="{39935140-010E-4189-9B3B-400B83565928}" dt="2026-06-08T14:25:16.793" v="4336" actId="478"/>
          <ac:picMkLst>
            <pc:docMk/>
            <pc:sldMk cId="2797341224" sldId="276"/>
            <ac:picMk id="4" creationId="{5AA16B34-5B43-2B94-88ED-2F3C95DCD33B}"/>
          </ac:picMkLst>
        </pc:picChg>
        <pc:picChg chg="add mod">
          <ac:chgData name="Alexandre Lietard" userId="4ed4568d-87dc-41a3-b1cd-681653f54c31" providerId="ADAL" clId="{39935140-010E-4189-9B3B-400B83565928}" dt="2026-06-09T06:52:27.400" v="5239" actId="1076"/>
          <ac:picMkLst>
            <pc:docMk/>
            <pc:sldMk cId="2797341224" sldId="276"/>
            <ac:picMk id="7" creationId="{533D458C-22A6-E56E-3027-2A4A976E1127}"/>
          </ac:picMkLst>
        </pc:picChg>
        <pc:picChg chg="add mod">
          <ac:chgData name="Alexandre Lietard" userId="4ed4568d-87dc-41a3-b1cd-681653f54c31" providerId="ADAL" clId="{39935140-010E-4189-9B3B-400B83565928}" dt="2026-06-08T14:41:02.182" v="4970" actId="1076"/>
          <ac:picMkLst>
            <pc:docMk/>
            <pc:sldMk cId="2797341224" sldId="276"/>
            <ac:picMk id="9" creationId="{35E6D1B7-777E-8424-2DE2-34DF51085C31}"/>
          </ac:picMkLst>
        </pc:picChg>
      </pc:sldChg>
      <pc:sldChg chg="add del">
        <pc:chgData name="Alexandre Lietard" userId="4ed4568d-87dc-41a3-b1cd-681653f54c31" providerId="ADAL" clId="{39935140-010E-4189-9B3B-400B83565928}" dt="2026-06-08T14:48:31.105" v="4972" actId="47"/>
        <pc:sldMkLst>
          <pc:docMk/>
          <pc:sldMk cId="3587556770" sldId="277"/>
        </pc:sldMkLst>
      </pc:sldChg>
      <pc:sldChg chg="modSp new del mod">
        <pc:chgData name="Alexandre Lietard" userId="4ed4568d-87dc-41a3-b1cd-681653f54c31" providerId="ADAL" clId="{39935140-010E-4189-9B3B-400B83565928}" dt="2026-06-09T07:35:02.680" v="5288" actId="47"/>
        <pc:sldMkLst>
          <pc:docMk/>
          <pc:sldMk cId="4279050734" sldId="277"/>
        </pc:sldMkLst>
        <pc:spChg chg="mod">
          <ac:chgData name="Alexandre Lietard" userId="4ed4568d-87dc-41a3-b1cd-681653f54c31" providerId="ADAL" clId="{39935140-010E-4189-9B3B-400B83565928}" dt="2026-06-09T07:31:23.240" v="5265" actId="20577"/>
          <ac:spMkLst>
            <pc:docMk/>
            <pc:sldMk cId="4279050734" sldId="277"/>
            <ac:spMk id="2" creationId="{CD2C70D6-69EF-DD10-8EC0-BFC078601A88}"/>
          </ac:spMkLst>
        </pc:spChg>
        <pc:spChg chg="mod">
          <ac:chgData name="Alexandre Lietard" userId="4ed4568d-87dc-41a3-b1cd-681653f54c31" providerId="ADAL" clId="{39935140-010E-4189-9B3B-400B83565928}" dt="2026-06-09T07:31:26.968" v="5281" actId="20577"/>
          <ac:spMkLst>
            <pc:docMk/>
            <pc:sldMk cId="4279050734" sldId="277"/>
            <ac:spMk id="3" creationId="{A9AA070D-DA6E-DA5D-9242-14EE8668393F}"/>
          </ac:spMkLst>
        </pc:spChg>
      </pc:sldChg>
      <pc:sldMasterChg chg="modSp mod">
        <pc:chgData name="Alexandre Lietard" userId="4ed4568d-87dc-41a3-b1cd-681653f54c31" providerId="ADAL" clId="{39935140-010E-4189-9B3B-400B83565928}" dt="2026-06-09T07:34:54.408" v="5287" actId="14100"/>
        <pc:sldMasterMkLst>
          <pc:docMk/>
          <pc:sldMasterMk cId="523884530" sldId="2147483678"/>
        </pc:sldMasterMkLst>
        <pc:spChg chg="mod">
          <ac:chgData name="Alexandre Lietard" userId="4ed4568d-87dc-41a3-b1cd-681653f54c31" providerId="ADAL" clId="{39935140-010E-4189-9B3B-400B83565928}" dt="2026-06-09T07:31:56.822" v="5286" actId="121"/>
          <ac:spMkLst>
            <pc:docMk/>
            <pc:sldMasterMk cId="523884530" sldId="2147483678"/>
            <ac:spMk id="2" creationId="{00000000-0000-0000-0000-000000000000}"/>
          </ac:spMkLst>
        </pc:spChg>
        <pc:spChg chg="mod">
          <ac:chgData name="Alexandre Lietard" userId="4ed4568d-87dc-41a3-b1cd-681653f54c31" providerId="ADAL" clId="{39935140-010E-4189-9B3B-400B83565928}" dt="2026-06-09T07:34:54.408" v="5287" actId="14100"/>
          <ac:spMkLst>
            <pc:docMk/>
            <pc:sldMasterMk cId="523884530" sldId="2147483678"/>
            <ac:spMk id="3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59A0D-4664-4FA9-9C56-79071DA55F9C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404B8-D3AD-4697-A43C-2DB39D6D48A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52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404B8-D3AD-4697-A43C-2DB39D6D48A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264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80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0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7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603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506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89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66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99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88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3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006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167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993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315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8083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861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56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AA70C8C-210E-448A-9AA0-E52A8A20FA4E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68E1E02-A541-40A5-A65B-90D03E6DF1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884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DF6E75-6909-BDBE-6AAD-7395AB472E3B}"/>
              </a:ext>
            </a:extLst>
          </p:cNvPr>
          <p:cNvSpPr txBox="1"/>
          <p:nvPr/>
        </p:nvSpPr>
        <p:spPr>
          <a:xfrm>
            <a:off x="-291612" y="1228397"/>
            <a:ext cx="1277522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0" dirty="0">
                <a:latin typeface="Inter 24pt" panose="02000503000000020004" pitchFamily="2" charset="0"/>
                <a:ea typeface="Inter 24pt" panose="02000503000000020004" pitchFamily="2" charset="0"/>
              </a:rPr>
              <a:t>Computational reproducibility</a:t>
            </a:r>
            <a:endParaRPr lang="fr-FR" sz="14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51392-2EFD-B7D2-7BF4-6B86A87F98EA}"/>
              </a:ext>
            </a:extLst>
          </p:cNvPr>
          <p:cNvSpPr txBox="1"/>
          <p:nvPr/>
        </p:nvSpPr>
        <p:spPr>
          <a:xfrm>
            <a:off x="-291612" y="5746609"/>
            <a:ext cx="12775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For R users</a:t>
            </a:r>
            <a:endParaRPr lang="fr-FR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86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C849-F538-8936-6063-020884BF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8D1547-994B-D248-9CE2-FB19BED70AE3}"/>
              </a:ext>
            </a:extLst>
          </p:cNvPr>
          <p:cNvSpPr txBox="1"/>
          <p:nvPr/>
        </p:nvSpPr>
        <p:spPr>
          <a:xfrm>
            <a:off x="3885298" y="378372"/>
            <a:ext cx="44214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What’s that??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70D60-9E45-2522-761A-214A78E549C0}"/>
              </a:ext>
            </a:extLst>
          </p:cNvPr>
          <p:cNvSpPr txBox="1"/>
          <p:nvPr/>
        </p:nvSpPr>
        <p:spPr>
          <a:xfrm>
            <a:off x="473403" y="5796533"/>
            <a:ext cx="103768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Isn’t it always the case when the code is shared??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1DEFC165-4DF2-3A98-A823-15498DB85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6741" y="2865881"/>
            <a:ext cx="1351085" cy="1351085"/>
          </a:xfrm>
          <a:prstGeom prst="rect">
            <a:avLst/>
          </a:prstGeom>
        </p:spPr>
      </p:pic>
      <p:pic>
        <p:nvPicPr>
          <p:cNvPr id="8" name="Graphic 7" descr="Programmer female with solid fill">
            <a:extLst>
              <a:ext uri="{FF2B5EF4-FFF2-40B4-BE49-F238E27FC236}">
                <a16:creationId xmlns:a16="http://schemas.microsoft.com/office/drawing/2014/main" id="{CD3D56EF-20D9-B0CB-3330-7D86D855F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4454" y="2987740"/>
            <a:ext cx="1107366" cy="1107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76823A-6E27-2CFD-A19B-737ABBD3A747}"/>
              </a:ext>
            </a:extLst>
          </p:cNvPr>
          <p:cNvSpPr txBox="1"/>
          <p:nvPr/>
        </p:nvSpPr>
        <p:spPr>
          <a:xfrm>
            <a:off x="3929967" y="3264424"/>
            <a:ext cx="4823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+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7D0D8-437F-5AB6-0501-7B9E675D563C}"/>
              </a:ext>
            </a:extLst>
          </p:cNvPr>
          <p:cNvSpPr txBox="1"/>
          <p:nvPr/>
        </p:nvSpPr>
        <p:spPr>
          <a:xfrm>
            <a:off x="5803962" y="3264424"/>
            <a:ext cx="6770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=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F549E3-9093-109E-AA75-BEADE82AFE07}"/>
              </a:ext>
            </a:extLst>
          </p:cNvPr>
          <p:cNvSpPr txBox="1"/>
          <p:nvPr/>
        </p:nvSpPr>
        <p:spPr>
          <a:xfrm>
            <a:off x="141722" y="3239687"/>
            <a:ext cx="20604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Access to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ECFC9-F7FD-2FBF-3F75-0CF67C8B6129}"/>
              </a:ext>
            </a:extLst>
          </p:cNvPr>
          <p:cNvSpPr txBox="1"/>
          <p:nvPr/>
        </p:nvSpPr>
        <p:spPr>
          <a:xfrm>
            <a:off x="2491380" y="2250326"/>
            <a:ext cx="124180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Inter 24pt" panose="02000503000000020004" pitchFamily="2" charset="0"/>
                <a:ea typeface="Inter 24pt" panose="02000503000000020004" pitchFamily="2" charset="0"/>
              </a:rPr>
              <a:t>Data</a:t>
            </a:r>
            <a:endParaRPr lang="fr-FR" sz="3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ECA6D-AA9F-B063-9CD8-7F7A62728BAD}"/>
              </a:ext>
            </a:extLst>
          </p:cNvPr>
          <p:cNvSpPr txBox="1"/>
          <p:nvPr/>
        </p:nvSpPr>
        <p:spPr>
          <a:xfrm>
            <a:off x="4270695" y="2250327"/>
            <a:ext cx="16748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Inter 24pt" panose="02000503000000020004" pitchFamily="2" charset="0"/>
                <a:ea typeface="Inter 24pt" panose="02000503000000020004" pitchFamily="2" charset="0"/>
              </a:rPr>
              <a:t>Code</a:t>
            </a:r>
            <a:endParaRPr lang="fr-FR" sz="3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17D95C-9574-23FB-8494-2F4632020E74}"/>
              </a:ext>
            </a:extLst>
          </p:cNvPr>
          <p:cNvSpPr txBox="1"/>
          <p:nvPr/>
        </p:nvSpPr>
        <p:spPr>
          <a:xfrm>
            <a:off x="6335238" y="3033591"/>
            <a:ext cx="53691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Should give the same results as the original paper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130AB-DC1F-708F-0649-2E32DA88E41F}"/>
              </a:ext>
            </a:extLst>
          </p:cNvPr>
          <p:cNvSpPr txBox="1"/>
          <p:nvPr/>
        </p:nvSpPr>
        <p:spPr>
          <a:xfrm>
            <a:off x="141722" y="1387351"/>
            <a:ext cx="24369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Inter 24pt" panose="02000503000000020004" pitchFamily="2" charset="0"/>
                <a:ea typeface="Inter 24pt" panose="02000503000000020004" pitchFamily="2" charset="0"/>
              </a:rPr>
              <a:t>Definition</a:t>
            </a:r>
            <a:endParaRPr lang="fr-FR" sz="3000" b="1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3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5B3D-FECA-A80F-8FE0-37AD4C2F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BFE12-A5A0-6B69-6D9B-BAE3697C8C9A}"/>
              </a:ext>
            </a:extLst>
          </p:cNvPr>
          <p:cNvSpPr txBox="1"/>
          <p:nvPr/>
        </p:nvSpPr>
        <p:spPr>
          <a:xfrm>
            <a:off x="3885298" y="378372"/>
            <a:ext cx="431400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Some studies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A5CC6-D424-C5BE-0FD4-3D107BF9B69C}"/>
              </a:ext>
            </a:extLst>
          </p:cNvPr>
          <p:cNvSpPr txBox="1"/>
          <p:nvPr/>
        </p:nvSpPr>
        <p:spPr>
          <a:xfrm>
            <a:off x="642858" y="1855075"/>
            <a:ext cx="103768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Hardwicke et al. 2021: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36% of computational reproducible when the code and data are shared</a:t>
            </a:r>
          </a:p>
          <a:p>
            <a:r>
              <a:rPr lang="en-US" sz="3000" dirty="0" err="1">
                <a:latin typeface="Inter 24pt" panose="02000503000000020004" pitchFamily="2" charset="0"/>
                <a:ea typeface="Inter 24pt" panose="02000503000000020004" pitchFamily="2" charset="0"/>
              </a:rPr>
              <a:t>Cruwell</a:t>
            </a: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 et al 2023: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1 article out of 14 reproducible (and 3 others with minor deviations)</a:t>
            </a:r>
          </a:p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Stodden et al 2018: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32% reproducible with minimal effort/minor difficulty</a:t>
            </a:r>
          </a:p>
          <a:p>
            <a:endParaRPr lang="en-US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C729F-9423-14A9-72DC-E7D347969603}"/>
              </a:ext>
            </a:extLst>
          </p:cNvPr>
          <p:cNvSpPr txBox="1"/>
          <p:nvPr/>
        </p:nvSpPr>
        <p:spPr>
          <a:xfrm>
            <a:off x="449818" y="5925630"/>
            <a:ext cx="103768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That’s not a lot :/</a:t>
            </a:r>
          </a:p>
        </p:txBody>
      </p:sp>
    </p:spTree>
    <p:extLst>
      <p:ext uri="{BB962C8B-B14F-4D97-AF65-F5344CB8AC3E}">
        <p14:creationId xmlns:p14="http://schemas.microsoft.com/office/powerpoint/2010/main" val="292549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4249A-85FA-4ED4-0CC1-A59D3E6B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182DB-97CE-144C-FB0F-3E0961BB71EB}"/>
              </a:ext>
            </a:extLst>
          </p:cNvPr>
          <p:cNvSpPr txBox="1"/>
          <p:nvPr/>
        </p:nvSpPr>
        <p:spPr>
          <a:xfrm>
            <a:off x="1211489" y="225972"/>
            <a:ext cx="931537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How to become reproducible?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725273-506B-4B33-CC21-60433FA0D18C}"/>
              </a:ext>
            </a:extLst>
          </p:cNvPr>
          <p:cNvSpPr txBox="1"/>
          <p:nvPr/>
        </p:nvSpPr>
        <p:spPr>
          <a:xfrm>
            <a:off x="497840" y="1628894"/>
            <a:ext cx="107492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2 ways to improve it: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Making the results section </a:t>
            </a:r>
            <a:r>
              <a:rPr lang="en-US" sz="3500" dirty="0" err="1">
                <a:latin typeface="Inter 24pt" panose="02000503000000020004" pitchFamily="2" charset="0"/>
                <a:ea typeface="Inter 24pt" panose="02000503000000020004" pitchFamily="2" charset="0"/>
              </a:rPr>
              <a:t>computationnally</a:t>
            </a:r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 reproducible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Having a virtual environment </a:t>
            </a:r>
          </a:p>
        </p:txBody>
      </p:sp>
    </p:spTree>
    <p:extLst>
      <p:ext uri="{BB962C8B-B14F-4D97-AF65-F5344CB8AC3E}">
        <p14:creationId xmlns:p14="http://schemas.microsoft.com/office/powerpoint/2010/main" val="329364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5644-AE5B-47C2-456D-E7183C552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6F3B2-3D7D-3CCB-5F66-99FFBAFD8F8A}"/>
              </a:ext>
            </a:extLst>
          </p:cNvPr>
          <p:cNvSpPr txBox="1"/>
          <p:nvPr/>
        </p:nvSpPr>
        <p:spPr>
          <a:xfrm>
            <a:off x="2765969" y="165012"/>
            <a:ext cx="622959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Virtual environment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24E011-10F7-7AC6-3B91-72EEEDDB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35" y="1361826"/>
            <a:ext cx="8810130" cy="3654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5A6EEB-3F7A-A540-9FA3-8958350E8423}"/>
              </a:ext>
            </a:extLst>
          </p:cNvPr>
          <p:cNvSpPr txBox="1"/>
          <p:nvPr/>
        </p:nvSpPr>
        <p:spPr>
          <a:xfrm>
            <a:off x="196898" y="5594887"/>
            <a:ext cx="107492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Many different ways to do it, just an ex	ample</a:t>
            </a:r>
          </a:p>
        </p:txBody>
      </p:sp>
    </p:spTree>
    <p:extLst>
      <p:ext uri="{BB962C8B-B14F-4D97-AF65-F5344CB8AC3E}">
        <p14:creationId xmlns:p14="http://schemas.microsoft.com/office/powerpoint/2010/main" val="391113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B209-EE88-CA1D-EF3B-8EBBDB48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489FBD-8B5B-FF25-C987-CBB3174447EC}"/>
              </a:ext>
            </a:extLst>
          </p:cNvPr>
          <p:cNvSpPr txBox="1"/>
          <p:nvPr/>
        </p:nvSpPr>
        <p:spPr>
          <a:xfrm>
            <a:off x="1121721" y="42496"/>
            <a:ext cx="9948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Results section reproducible?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4E38C-8A7E-2DDE-7B7F-D7DBEF760963}"/>
              </a:ext>
            </a:extLst>
          </p:cNvPr>
          <p:cNvSpPr txBox="1"/>
          <p:nvPr/>
        </p:nvSpPr>
        <p:spPr>
          <a:xfrm>
            <a:off x="525696" y="1740803"/>
            <a:ext cx="10376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6"/>
                </a:solidFill>
                <a:latin typeface="Inter 24pt" panose="02000503000000020004" pitchFamily="2" charset="0"/>
                <a:ea typeface="Inter 24pt" panose="02000503000000020004" pitchFamily="2" charset="0"/>
              </a:rPr>
              <a:t>Quarto: </a:t>
            </a: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Basically a </a:t>
            </a:r>
            <a:r>
              <a:rPr lang="en-US" sz="3000" b="1" dirty="0">
                <a:latin typeface="Inter 24pt" panose="02000503000000020004" pitchFamily="2" charset="0"/>
                <a:ea typeface="Inter 24pt" panose="02000503000000020004" pitchFamily="2" charset="0"/>
              </a:rPr>
              <a:t>pretty R markdown </a:t>
            </a: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with more features and more friendly. https://quarto.org/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F41CC-C746-EA49-3387-EF54CD341B9E}"/>
              </a:ext>
            </a:extLst>
          </p:cNvPr>
          <p:cNvSpPr txBox="1"/>
          <p:nvPr/>
        </p:nvSpPr>
        <p:spPr>
          <a:xfrm>
            <a:off x="525696" y="3088238"/>
            <a:ext cx="103768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In </a:t>
            </a:r>
            <a:r>
              <a:rPr lang="en-US" sz="3000" dirty="0" err="1">
                <a:latin typeface="Inter 24pt" panose="02000503000000020004" pitchFamily="2" charset="0"/>
                <a:ea typeface="Inter 24pt" panose="02000503000000020004" pitchFamily="2" charset="0"/>
              </a:rPr>
              <a:t>Rstudio</a:t>
            </a: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, </a:t>
            </a:r>
            <a:b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</a:br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	File &gt; New project &gt; existing directory &gt; Quarto manuscript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3FE0B-BD1B-2550-54A2-0E36510EDCA4}"/>
              </a:ext>
            </a:extLst>
          </p:cNvPr>
          <p:cNvSpPr txBox="1"/>
          <p:nvPr/>
        </p:nvSpPr>
        <p:spPr>
          <a:xfrm>
            <a:off x="525696" y="4683358"/>
            <a:ext cx="103768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In Positron, </a:t>
            </a:r>
          </a:p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	New &gt; New File &gt; Quarto Project &gt; Manuscript project</a:t>
            </a:r>
          </a:p>
        </p:txBody>
      </p:sp>
    </p:spTree>
    <p:extLst>
      <p:ext uri="{BB962C8B-B14F-4D97-AF65-F5344CB8AC3E}">
        <p14:creationId xmlns:p14="http://schemas.microsoft.com/office/powerpoint/2010/main" val="2066845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7453-D1F8-B3F4-9E6A-31650B3D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AC3C6-1222-B068-6F71-1577FE02F3BE}"/>
              </a:ext>
            </a:extLst>
          </p:cNvPr>
          <p:cNvSpPr txBox="1"/>
          <p:nvPr/>
        </p:nvSpPr>
        <p:spPr>
          <a:xfrm>
            <a:off x="4952898" y="104052"/>
            <a:ext cx="228620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Quarto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E7E756-7E76-40CA-CDA9-C759975A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417"/>
          <a:stretch>
            <a:fillRect/>
          </a:stretch>
        </p:blipFill>
        <p:spPr>
          <a:xfrm>
            <a:off x="1239709" y="1585168"/>
            <a:ext cx="9066748" cy="3687663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8D293B17-72E3-EAB0-BAAB-5C6EA274B731}"/>
              </a:ext>
            </a:extLst>
          </p:cNvPr>
          <p:cNvSpPr/>
          <p:nvPr/>
        </p:nvSpPr>
        <p:spPr>
          <a:xfrm>
            <a:off x="6708531" y="3024554"/>
            <a:ext cx="307731" cy="1336431"/>
          </a:xfrm>
          <a:prstGeom prst="rightBrace">
            <a:avLst>
              <a:gd name="adj1" fmla="val 4960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501BCD-0C84-2E54-7E29-C43F6154031F}"/>
              </a:ext>
            </a:extLst>
          </p:cNvPr>
          <p:cNvSpPr txBox="1"/>
          <p:nvPr/>
        </p:nvSpPr>
        <p:spPr>
          <a:xfrm>
            <a:off x="7239101" y="3454242"/>
            <a:ext cx="138770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Inter 24pt" panose="02000503000000020004" pitchFamily="2" charset="0"/>
                <a:ea typeface="Inter 24pt" panose="02000503000000020004" pitchFamily="2" charset="0"/>
              </a:rPr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62255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3B3A-44DE-DCF4-EDCE-37CC55A6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F35B7A-B0AF-AD33-04B0-3B76AAACD916}"/>
              </a:ext>
            </a:extLst>
          </p:cNvPr>
          <p:cNvSpPr txBox="1"/>
          <p:nvPr/>
        </p:nvSpPr>
        <p:spPr>
          <a:xfrm>
            <a:off x="3218438" y="341444"/>
            <a:ext cx="43749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Final example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DD824A-2AD7-BD82-B1F0-ECCCACAC0303}"/>
              </a:ext>
            </a:extLst>
          </p:cNvPr>
          <p:cNvSpPr txBox="1"/>
          <p:nvPr/>
        </p:nvSpPr>
        <p:spPr>
          <a:xfrm>
            <a:off x="5900853" y="4004083"/>
            <a:ext cx="52829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Specify the 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csl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file (bibliography format)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1583DC-7A53-0763-6CE0-4BBF319B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10" y="1944889"/>
            <a:ext cx="4374916" cy="27140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65E5BA-76B8-50CA-3CE8-D0CF57FAB5A4}"/>
              </a:ext>
            </a:extLst>
          </p:cNvPr>
          <p:cNvCxnSpPr>
            <a:cxnSpLocks/>
          </p:cNvCxnSpPr>
          <p:nvPr/>
        </p:nvCxnSpPr>
        <p:spPr>
          <a:xfrm>
            <a:off x="2497015" y="4204138"/>
            <a:ext cx="33234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560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24DF-0A31-B757-D9FE-38E2C24F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793258-BE9C-6633-B1ED-B9DCFE4366F5}"/>
              </a:ext>
            </a:extLst>
          </p:cNvPr>
          <p:cNvSpPr txBox="1"/>
          <p:nvPr/>
        </p:nvSpPr>
        <p:spPr>
          <a:xfrm>
            <a:off x="3218438" y="341444"/>
            <a:ext cx="43749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Final example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3D830-A7A7-52A4-E402-0A776FC69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024"/>
          <a:stretch>
            <a:fillRect/>
          </a:stretch>
        </p:blipFill>
        <p:spPr>
          <a:xfrm>
            <a:off x="3007869" y="1619719"/>
            <a:ext cx="4264309" cy="1548190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C5B5A9AE-8EFD-1799-6331-10844CECC3E9}"/>
              </a:ext>
            </a:extLst>
          </p:cNvPr>
          <p:cNvSpPr/>
          <p:nvPr/>
        </p:nvSpPr>
        <p:spPr>
          <a:xfrm>
            <a:off x="7272178" y="1880129"/>
            <a:ext cx="307731" cy="609834"/>
          </a:xfrm>
          <a:prstGeom prst="rightBrace">
            <a:avLst>
              <a:gd name="adj1" fmla="val 4960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8C4F1-DEBB-F739-61EC-5CA9C6963F9A}"/>
              </a:ext>
            </a:extLst>
          </p:cNvPr>
          <p:cNvSpPr txBox="1"/>
          <p:nvPr/>
        </p:nvSpPr>
        <p:spPr>
          <a:xfrm>
            <a:off x="7729351" y="1859021"/>
            <a:ext cx="446264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Cell: normal R script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FE6477E-1D9B-15F9-DFB5-57CBB2321D60}"/>
              </a:ext>
            </a:extLst>
          </p:cNvPr>
          <p:cNvSpPr/>
          <p:nvPr/>
        </p:nvSpPr>
        <p:spPr>
          <a:xfrm>
            <a:off x="7290195" y="2591720"/>
            <a:ext cx="307731" cy="609834"/>
          </a:xfrm>
          <a:prstGeom prst="rightBrace">
            <a:avLst>
              <a:gd name="adj1" fmla="val 4960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AC687-4C6B-BC11-C1C9-958493D6CB8F}"/>
              </a:ext>
            </a:extLst>
          </p:cNvPr>
          <p:cNvSpPr txBox="1"/>
          <p:nvPr/>
        </p:nvSpPr>
        <p:spPr>
          <a:xfrm>
            <a:off x="7729352" y="2570612"/>
            <a:ext cx="446264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latin typeface="Inter 24pt" panose="02000503000000020004" pitchFamily="2" charset="0"/>
                <a:ea typeface="Inter 24pt" panose="02000503000000020004" pitchFamily="2" charset="0"/>
              </a:rPr>
              <a:t>Markdown text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B19D10-517F-CF82-F28C-F2E747DE1FD8}"/>
              </a:ext>
            </a:extLst>
          </p:cNvPr>
          <p:cNvCxnSpPr>
            <a:cxnSpLocks/>
          </p:cNvCxnSpPr>
          <p:nvPr/>
        </p:nvCxnSpPr>
        <p:spPr>
          <a:xfrm flipH="1">
            <a:off x="2153920" y="2174492"/>
            <a:ext cx="853949" cy="1121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1C6C02-E164-4CD7-9FA8-5AE323D2AF38}"/>
              </a:ext>
            </a:extLst>
          </p:cNvPr>
          <p:cNvSpPr txBox="1"/>
          <p:nvPr/>
        </p:nvSpPr>
        <p:spPr>
          <a:xfrm>
            <a:off x="253650" y="3295943"/>
            <a:ext cx="2591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Load every useful packages/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dataframe</a:t>
            </a:r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83F7EC-98F3-6733-7E63-2605F9FF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0" y="4163097"/>
            <a:ext cx="2973207" cy="253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53DD-137F-8148-E5B6-31B64D6F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68F8EA-2ACB-0DBC-A966-8245BAC8F6F4}"/>
              </a:ext>
            </a:extLst>
          </p:cNvPr>
          <p:cNvSpPr txBox="1"/>
          <p:nvPr/>
        </p:nvSpPr>
        <p:spPr>
          <a:xfrm>
            <a:off x="3218438" y="341444"/>
            <a:ext cx="43749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Final example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70DE73-9245-0500-A6AC-83E9B002E1C3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1118824" y="3023342"/>
            <a:ext cx="1118824" cy="12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72CBFF-574C-C253-51BD-AE048EF531D3}"/>
              </a:ext>
            </a:extLst>
          </p:cNvPr>
          <p:cNvSpPr txBox="1"/>
          <p:nvPr/>
        </p:nvSpPr>
        <p:spPr>
          <a:xfrm>
            <a:off x="86334" y="2623232"/>
            <a:ext cx="2064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In-text citation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61001-DFDB-659F-25CB-496F46280CB2}"/>
              </a:ext>
            </a:extLst>
          </p:cNvPr>
          <p:cNvSpPr txBox="1"/>
          <p:nvPr/>
        </p:nvSpPr>
        <p:spPr>
          <a:xfrm>
            <a:off x="2622270" y="1672256"/>
            <a:ext cx="2064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Header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AC0D87-5887-7FD9-58AA-39ECF198BF78}"/>
              </a:ext>
            </a:extLst>
          </p:cNvPr>
          <p:cNvCxnSpPr>
            <a:cxnSpLocks/>
          </p:cNvCxnSpPr>
          <p:nvPr/>
        </p:nvCxnSpPr>
        <p:spPr>
          <a:xfrm flipV="1">
            <a:off x="3011424" y="2188464"/>
            <a:ext cx="152400" cy="225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EDC5C9-4CC5-1058-9279-B1D3E45B9C3D}"/>
              </a:ext>
            </a:extLst>
          </p:cNvPr>
          <p:cNvSpPr txBox="1"/>
          <p:nvPr/>
        </p:nvSpPr>
        <p:spPr>
          <a:xfrm>
            <a:off x="0" y="6116446"/>
            <a:ext cx="8950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Keys are contained in the bibliography file, with extension .bib</a:t>
            </a:r>
          </a:p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Can be obtained by the export of your bibliography on Zotero/Mendeley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7C03D9-8600-F34D-5B7F-E0A61C8457B8}"/>
              </a:ext>
            </a:extLst>
          </p:cNvPr>
          <p:cNvSpPr txBox="1"/>
          <p:nvPr/>
        </p:nvSpPr>
        <p:spPr>
          <a:xfrm>
            <a:off x="4859969" y="1408448"/>
            <a:ext cx="35346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Possibility of HTML</a:t>
            </a:r>
          </a:p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Here it’s break line.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9C99D3-9938-B15D-219D-7730A7EC5D30}"/>
              </a:ext>
            </a:extLst>
          </p:cNvPr>
          <p:cNvCxnSpPr>
            <a:cxnSpLocks/>
          </p:cNvCxnSpPr>
          <p:nvPr/>
        </p:nvCxnSpPr>
        <p:spPr>
          <a:xfrm flipH="1">
            <a:off x="1290320" y="4578479"/>
            <a:ext cx="1033662" cy="147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26A402C-F9FA-7735-21A6-7269C46E03CB}"/>
              </a:ext>
            </a:extLst>
          </p:cNvPr>
          <p:cNvSpPr txBox="1"/>
          <p:nvPr/>
        </p:nvSpPr>
        <p:spPr>
          <a:xfrm>
            <a:off x="86334" y="4760038"/>
            <a:ext cx="22376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Comments hidden from the final document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AA814-C626-F3E2-D490-F14209892F91}"/>
              </a:ext>
            </a:extLst>
          </p:cNvPr>
          <p:cNvSpPr txBox="1"/>
          <p:nvPr/>
        </p:nvSpPr>
        <p:spPr>
          <a:xfrm>
            <a:off x="4763815" y="5323350"/>
            <a:ext cx="4644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Inline R code</a:t>
            </a:r>
          </a:p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Will execute during the rendering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56264-DDA1-1204-CDBD-E8EA37E0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14" y="2545304"/>
            <a:ext cx="7827265" cy="2184877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EA8CC4E-69FC-9752-02E3-179041355F71}"/>
              </a:ext>
            </a:extLst>
          </p:cNvPr>
          <p:cNvCxnSpPr>
            <a:cxnSpLocks/>
          </p:cNvCxnSpPr>
          <p:nvPr/>
        </p:nvCxnSpPr>
        <p:spPr>
          <a:xfrm flipV="1">
            <a:off x="5405896" y="2072366"/>
            <a:ext cx="476744" cy="95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6FE487-7EFF-FB3C-9DBB-EAD431B6885C}"/>
              </a:ext>
            </a:extLst>
          </p:cNvPr>
          <p:cNvSpPr txBox="1"/>
          <p:nvPr/>
        </p:nvSpPr>
        <p:spPr>
          <a:xfrm>
            <a:off x="10233711" y="3637742"/>
            <a:ext cx="2237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Citation with bracket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5E23D3-E56E-37F4-0743-3E48E04A07B2}"/>
              </a:ext>
            </a:extLst>
          </p:cNvPr>
          <p:cNvCxnSpPr>
            <a:cxnSpLocks/>
          </p:cNvCxnSpPr>
          <p:nvPr/>
        </p:nvCxnSpPr>
        <p:spPr>
          <a:xfrm>
            <a:off x="4273640" y="4466492"/>
            <a:ext cx="501560" cy="105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6EE556-EF47-43AD-3C46-4A064DB97795}"/>
              </a:ext>
            </a:extLst>
          </p:cNvPr>
          <p:cNvCxnSpPr>
            <a:cxnSpLocks/>
          </p:cNvCxnSpPr>
          <p:nvPr/>
        </p:nvCxnSpPr>
        <p:spPr>
          <a:xfrm>
            <a:off x="9574823" y="3429000"/>
            <a:ext cx="1107831" cy="156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6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9" grpId="0"/>
      <p:bldP spid="32" grpId="0"/>
      <p:bldP spid="36" grpId="0"/>
      <p:bldP spid="4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0D4A-5E29-C0F3-C5B2-95F815712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28B6A0-B4AF-5CD3-52A1-B657E68D55B9}"/>
              </a:ext>
            </a:extLst>
          </p:cNvPr>
          <p:cNvSpPr txBox="1"/>
          <p:nvPr/>
        </p:nvSpPr>
        <p:spPr>
          <a:xfrm>
            <a:off x="4871145" y="331284"/>
            <a:ext cx="244971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Results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EBE46D-2E2E-6007-E5C9-17B6BB978613}"/>
              </a:ext>
            </a:extLst>
          </p:cNvPr>
          <p:cNvCxnSpPr>
            <a:cxnSpLocks/>
          </p:cNvCxnSpPr>
          <p:nvPr/>
        </p:nvCxnSpPr>
        <p:spPr>
          <a:xfrm flipH="1">
            <a:off x="1858514" y="2549927"/>
            <a:ext cx="620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3E4F92-7941-A964-FB30-1DAD6F6B5673}"/>
              </a:ext>
            </a:extLst>
          </p:cNvPr>
          <p:cNvSpPr txBox="1"/>
          <p:nvPr/>
        </p:nvSpPr>
        <p:spPr>
          <a:xfrm>
            <a:off x="191924" y="2166992"/>
            <a:ext cx="17173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Definition of the 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318981-3E38-831E-FA29-F5B1661015F5}"/>
              </a:ext>
            </a:extLst>
          </p:cNvPr>
          <p:cNvCxnSpPr>
            <a:cxnSpLocks/>
          </p:cNvCxnSpPr>
          <p:nvPr/>
        </p:nvCxnSpPr>
        <p:spPr>
          <a:xfrm flipH="1">
            <a:off x="1767840" y="4917440"/>
            <a:ext cx="6390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88884F-27D9-78D2-7FBC-69CE625216DF}"/>
              </a:ext>
            </a:extLst>
          </p:cNvPr>
          <p:cNvSpPr txBox="1"/>
          <p:nvPr/>
        </p:nvSpPr>
        <p:spPr>
          <a:xfrm>
            <a:off x="294290" y="4717385"/>
            <a:ext cx="1717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Plot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55E3F4E0-C47A-D298-2A41-B250BBA794F2}"/>
              </a:ext>
            </a:extLst>
          </p:cNvPr>
          <p:cNvSpPr/>
          <p:nvPr/>
        </p:nvSpPr>
        <p:spPr>
          <a:xfrm>
            <a:off x="8143688" y="2707881"/>
            <a:ext cx="307731" cy="632727"/>
          </a:xfrm>
          <a:prstGeom prst="rightBrace">
            <a:avLst>
              <a:gd name="adj1" fmla="val 49603"/>
              <a:gd name="adj2" fmla="val 5000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B6A5ED-74B5-464D-36E0-0B50368334F3}"/>
              </a:ext>
            </a:extLst>
          </p:cNvPr>
          <p:cNvSpPr txBox="1"/>
          <p:nvPr/>
        </p:nvSpPr>
        <p:spPr>
          <a:xfrm>
            <a:off x="8518349" y="2837251"/>
            <a:ext cx="2623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Inline r code for the results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F9CA78-3662-3D2B-38D1-B4AF5514AEA8}"/>
              </a:ext>
            </a:extLst>
          </p:cNvPr>
          <p:cNvSpPr txBox="1"/>
          <p:nvPr/>
        </p:nvSpPr>
        <p:spPr>
          <a:xfrm>
            <a:off x="8980038" y="1779657"/>
            <a:ext cx="2623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Show linear regression output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5665D2-EABA-DCFC-06A6-726372D4F301}"/>
              </a:ext>
            </a:extLst>
          </p:cNvPr>
          <p:cNvSpPr txBox="1"/>
          <p:nvPr/>
        </p:nvSpPr>
        <p:spPr>
          <a:xfrm>
            <a:off x="9274678" y="5070294"/>
            <a:ext cx="26230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Show formatted mean and standard deviation of the group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902604-D9D3-C45A-D404-6A205016D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61" y="2227445"/>
            <a:ext cx="5456307" cy="341115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0FE90C-FC99-CE74-2218-78059C2B0FFA}"/>
              </a:ext>
            </a:extLst>
          </p:cNvPr>
          <p:cNvSpPr/>
          <p:nvPr/>
        </p:nvSpPr>
        <p:spPr>
          <a:xfrm>
            <a:off x="2627376" y="3340608"/>
            <a:ext cx="5340096" cy="94869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80BF0-4D4C-7915-FD5C-4D6D6D35FBFF}"/>
              </a:ext>
            </a:extLst>
          </p:cNvPr>
          <p:cNvSpPr/>
          <p:nvPr/>
        </p:nvSpPr>
        <p:spPr>
          <a:xfrm>
            <a:off x="2682240" y="4530090"/>
            <a:ext cx="2834640" cy="224789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6F83573-E1B0-2069-048F-C6BC0839C245}"/>
              </a:ext>
            </a:extLst>
          </p:cNvPr>
          <p:cNvCxnSpPr>
            <a:cxnSpLocks/>
          </p:cNvCxnSpPr>
          <p:nvPr/>
        </p:nvCxnSpPr>
        <p:spPr>
          <a:xfrm flipV="1">
            <a:off x="7296627" y="2133600"/>
            <a:ext cx="1594200" cy="707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BEC38A1-E984-772B-2F27-0D4951B48F0C}"/>
              </a:ext>
            </a:extLst>
          </p:cNvPr>
          <p:cNvCxnSpPr>
            <a:cxnSpLocks/>
          </p:cNvCxnSpPr>
          <p:nvPr/>
        </p:nvCxnSpPr>
        <p:spPr>
          <a:xfrm>
            <a:off x="7414260" y="3340608"/>
            <a:ext cx="1697363" cy="1688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714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BBA4-9E67-0674-5CDA-3483B7FA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7228D8-44EE-0F0D-9810-A4D43423B0AD}"/>
              </a:ext>
            </a:extLst>
          </p:cNvPr>
          <p:cNvSpPr txBox="1"/>
          <p:nvPr/>
        </p:nvSpPr>
        <p:spPr>
          <a:xfrm>
            <a:off x="3534714" y="282103"/>
            <a:ext cx="498405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 err="1">
                <a:latin typeface="Inter 24pt" panose="02000503000000020004" pitchFamily="2" charset="0"/>
                <a:ea typeface="Inter 24pt" panose="02000503000000020004" pitchFamily="2" charset="0"/>
              </a:rPr>
              <a:t>function_APA.R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F89A8F-E9C5-7B8A-8902-0807314351C1}"/>
              </a:ext>
            </a:extLst>
          </p:cNvPr>
          <p:cNvSpPr txBox="1"/>
          <p:nvPr/>
        </p:nvSpPr>
        <p:spPr>
          <a:xfrm>
            <a:off x="367078" y="2193729"/>
            <a:ext cx="11824921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lm_output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effect_name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ACF391-D38A-ED92-39BB-A36C77904776}"/>
              </a:ext>
            </a:extLst>
          </p:cNvPr>
          <p:cNvSpPr txBox="1"/>
          <p:nvPr/>
        </p:nvSpPr>
        <p:spPr>
          <a:xfrm>
            <a:off x="367078" y="2800398"/>
            <a:ext cx="10712402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ANOVA_output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effect_name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C0661-5039-6CF1-D2C2-F1C3B10755E8}"/>
              </a:ext>
            </a:extLst>
          </p:cNvPr>
          <p:cNvSpPr txBox="1"/>
          <p:nvPr/>
        </p:nvSpPr>
        <p:spPr>
          <a:xfrm>
            <a:off x="367078" y="3393366"/>
            <a:ext cx="10561760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glmmtmb_output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effect_name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C8A25-9DDF-B324-07BE-6FFD136E5F76}"/>
              </a:ext>
            </a:extLst>
          </p:cNvPr>
          <p:cNvSpPr txBox="1"/>
          <p:nvPr/>
        </p:nvSpPr>
        <p:spPr>
          <a:xfrm>
            <a:off x="367078" y="3979729"/>
            <a:ext cx="9796830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lmer_output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effect_name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66153-5C84-E1C1-0144-561620AD11BF}"/>
              </a:ext>
            </a:extLst>
          </p:cNvPr>
          <p:cNvSpPr txBox="1"/>
          <p:nvPr/>
        </p:nvSpPr>
        <p:spPr>
          <a:xfrm>
            <a:off x="367078" y="5129972"/>
            <a:ext cx="1025403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value_output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325A7-01C4-9B7C-0A96-A1DF13FA4495}"/>
              </a:ext>
            </a:extLst>
          </p:cNvPr>
          <p:cNvSpPr txBox="1"/>
          <p:nvPr/>
        </p:nvSpPr>
        <p:spPr>
          <a:xfrm>
            <a:off x="367078" y="4554850"/>
            <a:ext cx="9796830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glmer_output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effect_name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to_round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373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3405-E906-1B4C-DCFD-81D4C07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B32DB-E097-097F-235B-1C21DEFDAFBD}"/>
              </a:ext>
            </a:extLst>
          </p:cNvPr>
          <p:cNvSpPr txBox="1"/>
          <p:nvPr/>
        </p:nvSpPr>
        <p:spPr>
          <a:xfrm>
            <a:off x="4713490" y="352305"/>
            <a:ext cx="32480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 err="1">
                <a:latin typeface="Inter 24pt" panose="02000503000000020004" pitchFamily="2" charset="0"/>
                <a:ea typeface="Inter 24pt" panose="02000503000000020004" pitchFamily="2" charset="0"/>
              </a:rPr>
              <a:t>lm_output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B0195-3F98-A4B3-4E85-27096291235D}"/>
              </a:ext>
            </a:extLst>
          </p:cNvPr>
          <p:cNvSpPr txBox="1"/>
          <p:nvPr/>
        </p:nvSpPr>
        <p:spPr>
          <a:xfrm>
            <a:off x="476818" y="1906919"/>
            <a:ext cx="9115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lm_output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(</a:t>
            </a:r>
            <a:r>
              <a:rPr lang="en-US" sz="2000" b="1" dirty="0">
                <a:latin typeface="Inter 24pt" panose="02000503000000020004" pitchFamily="2" charset="0"/>
                <a:ea typeface="Inter 24pt" panose="02000503000000020004" pitchFamily="2" charset="0"/>
              </a:rPr>
              <a:t>model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, </a:t>
            </a:r>
            <a:r>
              <a:rPr lang="en-US" sz="2000" b="1" dirty="0" err="1">
                <a:latin typeface="Inter 24pt" panose="02000503000000020004" pitchFamily="2" charset="0"/>
                <a:ea typeface="Inter 24pt" panose="02000503000000020004" pitchFamily="2" charset="0"/>
              </a:rPr>
              <a:t>effect_name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, </a:t>
            </a:r>
            <a:r>
              <a:rPr lang="en-US" sz="2000" b="1" dirty="0" err="1">
                <a:latin typeface="Inter 24pt" panose="02000503000000020004" pitchFamily="2" charset="0"/>
                <a:ea typeface="Inter 24pt" panose="02000503000000020004" pitchFamily="2" charset="0"/>
              </a:rPr>
              <a:t>to_round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= options()$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to_round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BA4AF2-5965-C989-480C-4A9A045EA555}"/>
              </a:ext>
            </a:extLst>
          </p:cNvPr>
          <p:cNvCxnSpPr>
            <a:cxnSpLocks/>
          </p:cNvCxnSpPr>
          <p:nvPr/>
        </p:nvCxnSpPr>
        <p:spPr>
          <a:xfrm flipH="1">
            <a:off x="1786759" y="2448910"/>
            <a:ext cx="273269" cy="1597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256F77-DBF5-0D9D-0B03-2345E552295E}"/>
              </a:ext>
            </a:extLst>
          </p:cNvPr>
          <p:cNvSpPr txBox="1"/>
          <p:nvPr/>
        </p:nvSpPr>
        <p:spPr>
          <a:xfrm>
            <a:off x="476818" y="4197029"/>
            <a:ext cx="2623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Linear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95B54-CC4E-AE1F-27D1-68E1F62215D4}"/>
              </a:ext>
            </a:extLst>
          </p:cNvPr>
          <p:cNvSpPr txBox="1"/>
          <p:nvPr/>
        </p:nvSpPr>
        <p:spPr>
          <a:xfrm>
            <a:off x="3003141" y="3656095"/>
            <a:ext cx="2623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The name of your effect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E7BB52-1A99-D4C7-17C9-03C546D83EE4}"/>
              </a:ext>
            </a:extLst>
          </p:cNvPr>
          <p:cNvCxnSpPr>
            <a:cxnSpLocks/>
          </p:cNvCxnSpPr>
          <p:nvPr/>
        </p:nvCxnSpPr>
        <p:spPr>
          <a:xfrm>
            <a:off x="3534508" y="2307029"/>
            <a:ext cx="219807" cy="1339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2935BC-806D-0FFE-D7F3-0AA12444BEFD}"/>
              </a:ext>
            </a:extLst>
          </p:cNvPr>
          <p:cNvCxnSpPr>
            <a:cxnSpLocks/>
          </p:cNvCxnSpPr>
          <p:nvPr/>
        </p:nvCxnSpPr>
        <p:spPr>
          <a:xfrm>
            <a:off x="4906108" y="2307029"/>
            <a:ext cx="720065" cy="89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41F737-F438-AD99-C3A7-F68F09F66F4F}"/>
              </a:ext>
            </a:extLst>
          </p:cNvPr>
          <p:cNvSpPr txBox="1"/>
          <p:nvPr/>
        </p:nvSpPr>
        <p:spPr>
          <a:xfrm>
            <a:off x="5626173" y="3118429"/>
            <a:ext cx="5355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Number of digit to show after the comma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9445D4-A5C2-44B7-6343-95B4138A9B7E}"/>
              </a:ext>
            </a:extLst>
          </p:cNvPr>
          <p:cNvCxnSpPr>
            <a:cxnSpLocks/>
          </p:cNvCxnSpPr>
          <p:nvPr/>
        </p:nvCxnSpPr>
        <p:spPr>
          <a:xfrm>
            <a:off x="6805246" y="2307029"/>
            <a:ext cx="1081454" cy="29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C852F0-D675-B536-02AA-C329CAD785E3}"/>
              </a:ext>
            </a:extLst>
          </p:cNvPr>
          <p:cNvSpPr txBox="1"/>
          <p:nvPr/>
        </p:nvSpPr>
        <p:spPr>
          <a:xfrm>
            <a:off x="7886700" y="2246260"/>
            <a:ext cx="2826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Default based on global options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869919-51BF-5466-0AA5-A93CB6C97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155" y="3656095"/>
            <a:ext cx="3285656" cy="21057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877433-2BE7-752F-5752-95E7CCF16EC8}"/>
              </a:ext>
            </a:extLst>
          </p:cNvPr>
          <p:cNvSpPr txBox="1"/>
          <p:nvPr/>
        </p:nvSpPr>
        <p:spPr>
          <a:xfrm>
            <a:off x="5410005" y="4673631"/>
            <a:ext cx="2623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Inter 24pt" panose="02000503000000020004" pitchFamily="2" charset="0"/>
                <a:ea typeface="Inter 24pt" panose="02000503000000020004" pitchFamily="2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6D0A1F-80CF-E659-6664-0D938BC9B4FF}"/>
              </a:ext>
            </a:extLst>
          </p:cNvPr>
          <p:cNvSpPr txBox="1"/>
          <p:nvPr/>
        </p:nvSpPr>
        <p:spPr>
          <a:xfrm>
            <a:off x="5392225" y="4818411"/>
            <a:ext cx="26230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Inter 24pt" panose="02000503000000020004" pitchFamily="2" charset="0"/>
                <a:ea typeface="Inter 24pt" panose="02000503000000020004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4864F9-9183-9309-234D-DFF527AB7AB2}"/>
              </a:ext>
            </a:extLst>
          </p:cNvPr>
          <p:cNvSpPr txBox="1"/>
          <p:nvPr/>
        </p:nvSpPr>
        <p:spPr>
          <a:xfrm>
            <a:off x="180810" y="6295876"/>
            <a:ext cx="7266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return: </a:t>
            </a:r>
            <a:r>
              <a:rPr lang="en-US" sz="2000" i="1" dirty="0">
                <a:latin typeface="Inter 24pt" panose="02000503000000020004" pitchFamily="2" charset="0"/>
                <a:ea typeface="Inter 24pt" panose="02000503000000020004" pitchFamily="2" charset="0"/>
              </a:rPr>
              <a:t>b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= coefficient, </a:t>
            </a:r>
            <a:r>
              <a:rPr lang="en-US" sz="2000" i="1" dirty="0">
                <a:latin typeface="Inter 24pt" panose="02000503000000020004" pitchFamily="2" charset="0"/>
                <a:ea typeface="Inter 24pt" panose="02000503000000020004" pitchFamily="2" charset="0"/>
              </a:rPr>
              <a:t>t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(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ddf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) = 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t_value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, </a:t>
            </a:r>
            <a:r>
              <a:rPr lang="en-US" sz="2000" i="1" dirty="0">
                <a:latin typeface="Inter 24pt" panose="02000503000000020004" pitchFamily="2" charset="0"/>
                <a:ea typeface="Inter 24pt" panose="02000503000000020004" pitchFamily="2" charset="0"/>
              </a:rPr>
              <a:t>p-value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, CI95%</a:t>
            </a:r>
          </a:p>
        </p:txBody>
      </p:sp>
    </p:spTree>
    <p:extLst>
      <p:ext uri="{BB962C8B-B14F-4D97-AF65-F5344CB8AC3E}">
        <p14:creationId xmlns:p14="http://schemas.microsoft.com/office/powerpoint/2010/main" val="273366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9621A-980C-2729-E600-B48BBDFB4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EA05A-C5A5-395A-4079-7628A4F0A10E}"/>
              </a:ext>
            </a:extLst>
          </p:cNvPr>
          <p:cNvSpPr txBox="1"/>
          <p:nvPr/>
        </p:nvSpPr>
        <p:spPr>
          <a:xfrm>
            <a:off x="3333098" y="405059"/>
            <a:ext cx="416011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 err="1">
                <a:latin typeface="Inter 24pt" panose="02000503000000020004" pitchFamily="2" charset="0"/>
                <a:ea typeface="Inter 24pt" panose="02000503000000020004" pitchFamily="2" charset="0"/>
              </a:rPr>
              <a:t>value_output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7A882-ECAF-B8F7-BE4B-5AE0A14622E0}"/>
              </a:ext>
            </a:extLst>
          </p:cNvPr>
          <p:cNvSpPr txBox="1"/>
          <p:nvPr/>
        </p:nvSpPr>
        <p:spPr>
          <a:xfrm>
            <a:off x="327348" y="2197065"/>
            <a:ext cx="9115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value_output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(mean, 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sd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D0390-3C66-43AE-C885-E73F159D3A83}"/>
              </a:ext>
            </a:extLst>
          </p:cNvPr>
          <p:cNvSpPr txBox="1"/>
          <p:nvPr/>
        </p:nvSpPr>
        <p:spPr>
          <a:xfrm>
            <a:off x="327348" y="2884461"/>
            <a:ext cx="7266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return: (</a:t>
            </a:r>
            <a:r>
              <a:rPr lang="en-US" sz="2000" i="1" dirty="0">
                <a:latin typeface="Inter 24pt" panose="02000503000000020004" pitchFamily="2" charset="0"/>
                <a:ea typeface="Inter 24pt" panose="02000503000000020004" pitchFamily="2" charset="0"/>
              </a:rPr>
              <a:t>M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= value, </a:t>
            </a:r>
            <a:r>
              <a:rPr lang="en-US" sz="2000" i="1" dirty="0">
                <a:latin typeface="Inter 24pt" panose="02000503000000020004" pitchFamily="2" charset="0"/>
                <a:ea typeface="Inter 24pt" panose="02000503000000020004" pitchFamily="2" charset="0"/>
              </a:rPr>
              <a:t>SD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= value)</a:t>
            </a:r>
          </a:p>
        </p:txBody>
      </p:sp>
    </p:spTree>
    <p:extLst>
      <p:ext uri="{BB962C8B-B14F-4D97-AF65-F5344CB8AC3E}">
        <p14:creationId xmlns:p14="http://schemas.microsoft.com/office/powerpoint/2010/main" val="231731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B450-1FA9-88E1-A7D7-1E6B6E11A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ACB61-DDF5-692C-9512-40730D3D5859}"/>
              </a:ext>
            </a:extLst>
          </p:cNvPr>
          <p:cNvSpPr txBox="1"/>
          <p:nvPr/>
        </p:nvSpPr>
        <p:spPr>
          <a:xfrm>
            <a:off x="302683" y="185251"/>
            <a:ext cx="48558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After rendering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1F5BA-4A1E-0491-9E6D-B0098E296034}"/>
              </a:ext>
            </a:extLst>
          </p:cNvPr>
          <p:cNvSpPr txBox="1"/>
          <p:nvPr/>
        </p:nvSpPr>
        <p:spPr>
          <a:xfrm>
            <a:off x="302683" y="1175464"/>
            <a:ext cx="44743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Inter 24pt" panose="02000503000000020004" pitchFamily="2" charset="0"/>
                <a:ea typeface="Inter 24pt" panose="02000503000000020004" pitchFamily="2" charset="0"/>
              </a:rPr>
              <a:t>quarto render </a:t>
            </a:r>
            <a:r>
              <a:rPr lang="en-US" sz="3000">
                <a:latin typeface="Inter 24pt" panose="02000503000000020004" pitchFamily="2" charset="0"/>
                <a:ea typeface="Inter 24pt" panose="02000503000000020004" pitchFamily="2" charset="0"/>
              </a:rPr>
              <a:t>index.qmd</a:t>
            </a:r>
            <a:endParaRPr lang="fr-FR" sz="3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6577F3-73A2-5BC4-68E8-B935C095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35" y="2692028"/>
            <a:ext cx="1991422" cy="366476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6A4E67-CDCD-D51F-9CC5-1F905550FA87}"/>
              </a:ext>
            </a:extLst>
          </p:cNvPr>
          <p:cNvCxnSpPr/>
          <p:nvPr/>
        </p:nvCxnSpPr>
        <p:spPr>
          <a:xfrm>
            <a:off x="2875084" y="3101931"/>
            <a:ext cx="1303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4BE5D28-48D0-9759-5715-C61E62336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821" y="2411900"/>
            <a:ext cx="1219370" cy="175284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C23FB0-0056-8D30-322A-34D7AF7437DE}"/>
              </a:ext>
            </a:extLst>
          </p:cNvPr>
          <p:cNvCxnSpPr>
            <a:cxnSpLocks/>
          </p:cNvCxnSpPr>
          <p:nvPr/>
        </p:nvCxnSpPr>
        <p:spPr>
          <a:xfrm>
            <a:off x="5193322" y="3526892"/>
            <a:ext cx="567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7DA997D-AEF3-717D-B692-FAF39D19F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23" y="114542"/>
            <a:ext cx="5419807" cy="664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4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4BA1-EC51-713C-AA2C-172AA3A2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302A3-1EEC-8451-EF0B-B12CE28F1453}"/>
              </a:ext>
            </a:extLst>
          </p:cNvPr>
          <p:cNvSpPr txBox="1"/>
          <p:nvPr/>
        </p:nvSpPr>
        <p:spPr>
          <a:xfrm>
            <a:off x="302683" y="185251"/>
            <a:ext cx="620073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Referencing figures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09553-2C80-D57F-273A-22107649AF1A}"/>
              </a:ext>
            </a:extLst>
          </p:cNvPr>
          <p:cNvSpPr txBox="1"/>
          <p:nvPr/>
        </p:nvSpPr>
        <p:spPr>
          <a:xfrm>
            <a:off x="266810" y="1772970"/>
            <a:ext cx="6802205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 the code chunk, </a:t>
            </a:r>
            <a:r>
              <a:rPr lang="en-US" sz="2000" b="1" dirty="0">
                <a:latin typeface="Inter 24pt" panose="02000503000000020004" pitchFamily="2" charset="0"/>
                <a:ea typeface="Inter 24pt" panose="02000503000000020004" pitchFamily="2" charset="0"/>
              </a:rPr>
              <a:t>label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your plot and indicate the </a:t>
            </a:r>
            <a:r>
              <a:rPr lang="en-US" sz="2000" b="1" dirty="0">
                <a:latin typeface="Inter 24pt" panose="02000503000000020004" pitchFamily="2" charset="0"/>
                <a:ea typeface="Inter 24pt" panose="02000503000000020004" pitchFamily="2" charset="0"/>
              </a:rPr>
              <a:t>caption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of the figure with “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fig.cap</a:t>
            </a:r>
            <a:r>
              <a:rPr lang="en-US" sz="2000">
                <a:latin typeface="Inter 24pt" panose="02000503000000020004" pitchFamily="2" charset="0"/>
                <a:ea typeface="Inter 24pt" panose="02000503000000020004" pitchFamily="2" charset="0"/>
              </a:rPr>
              <a:t>”</a:t>
            </a:r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  <a:p>
            <a:r>
              <a:rPr lang="en-US" sz="2000" b="1" dirty="0">
                <a:latin typeface="Inter 24pt" panose="02000503000000020004" pitchFamily="2" charset="0"/>
                <a:ea typeface="Inter 24pt" panose="02000503000000020004" pitchFamily="2" charset="0"/>
              </a:rPr>
              <a:t>fig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key word is important: it designates the fact that it’s a </a:t>
            </a:r>
            <a:r>
              <a:rPr lang="en-US" sz="2000" b="1" i="1" dirty="0">
                <a:latin typeface="Inter 24pt" panose="02000503000000020004" pitchFamily="2" charset="0"/>
                <a:ea typeface="Inter 24pt" panose="02000503000000020004" pitchFamily="2" charset="0"/>
              </a:rPr>
              <a:t>figure</a:t>
            </a:r>
          </a:p>
          <a:p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  <a:p>
            <a:r>
              <a:rPr lang="en-US" sz="2000" b="1" dirty="0">
                <a:latin typeface="Inter 24pt" panose="02000503000000020004" pitchFamily="2" charset="0"/>
                <a:ea typeface="Inter 24pt" panose="02000503000000020004" pitchFamily="2" charset="0"/>
              </a:rPr>
              <a:t>Avoid underscore in the name of the figure</a:t>
            </a:r>
          </a:p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Forward references work</a:t>
            </a:r>
          </a:p>
          <a:p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 _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quarto.yml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, you can specify how you call your figure title:</a:t>
            </a: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crossref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endParaRPr lang="fr-F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fig-title</a:t>
            </a:r>
            <a:r>
              <a:rPr lang="fr-F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"Figure"</a:t>
            </a:r>
            <a:endParaRPr lang="fr-F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636865-DBB8-F001-A125-73CCFAE9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038" y="1685763"/>
            <a:ext cx="3410426" cy="819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4F0A33-04BA-175C-151A-BCEE8EF23BF0}"/>
              </a:ext>
            </a:extLst>
          </p:cNvPr>
          <p:cNvSpPr txBox="1"/>
          <p:nvPr/>
        </p:nvSpPr>
        <p:spPr>
          <a:xfrm>
            <a:off x="7842738" y="1215315"/>
            <a:ext cx="829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D2591-13F7-E0DF-337C-BEC97BC32945}"/>
              </a:ext>
            </a:extLst>
          </p:cNvPr>
          <p:cNvSpPr txBox="1"/>
          <p:nvPr/>
        </p:nvSpPr>
        <p:spPr>
          <a:xfrm>
            <a:off x="7957037" y="3188993"/>
            <a:ext cx="3228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effectLst/>
                <a:latin typeface="Consolas" panose="020B0609020204030204" pitchFamily="49" charset="0"/>
              </a:rPr>
              <a:t>see</a:t>
            </a:r>
            <a:r>
              <a:rPr lang="fr-FR" b="0" dirty="0">
                <a:effectLst/>
                <a:latin typeface="Consolas" panose="020B0609020204030204" pitchFamily="49" charset="0"/>
              </a:rPr>
              <a:t> @fig-plotDiff)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DB1EC3-6487-060A-9660-4DECCF0B7278}"/>
              </a:ext>
            </a:extLst>
          </p:cNvPr>
          <p:cNvSpPr txBox="1"/>
          <p:nvPr/>
        </p:nvSpPr>
        <p:spPr>
          <a:xfrm>
            <a:off x="7957037" y="2718545"/>
            <a:ext cx="1907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 the text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5005B3F7-E248-9E49-FE8C-CBEAD6A1ABCD}"/>
              </a:ext>
            </a:extLst>
          </p:cNvPr>
          <p:cNvSpPr/>
          <p:nvPr/>
        </p:nvSpPr>
        <p:spPr>
          <a:xfrm>
            <a:off x="7249257" y="1890530"/>
            <a:ext cx="373672" cy="1656030"/>
          </a:xfrm>
          <a:prstGeom prst="rightBrace">
            <a:avLst>
              <a:gd name="adj1" fmla="val 58340"/>
              <a:gd name="adj2" fmla="val 5159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090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2EF0-D263-0D99-DE4C-9BBEFA55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39A7CA-FAB9-7102-3B95-0734B507372A}"/>
              </a:ext>
            </a:extLst>
          </p:cNvPr>
          <p:cNvSpPr txBox="1"/>
          <p:nvPr/>
        </p:nvSpPr>
        <p:spPr>
          <a:xfrm>
            <a:off x="302683" y="185251"/>
            <a:ext cx="70727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Referencing equations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0409-BC26-F335-1AEF-D15709040A34}"/>
              </a:ext>
            </a:extLst>
          </p:cNvPr>
          <p:cNvSpPr txBox="1"/>
          <p:nvPr/>
        </p:nvSpPr>
        <p:spPr>
          <a:xfrm>
            <a:off x="161302" y="2324529"/>
            <a:ext cx="6802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Label the equation after the content</a:t>
            </a:r>
            <a:endParaRPr lang="en-US" sz="2000" b="1" i="1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7C947-8D84-5DF7-D71F-8BEBC70B3187}"/>
              </a:ext>
            </a:extLst>
          </p:cNvPr>
          <p:cNvSpPr txBox="1"/>
          <p:nvPr/>
        </p:nvSpPr>
        <p:spPr>
          <a:xfrm>
            <a:off x="5232046" y="1572915"/>
            <a:ext cx="829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8B10DB-0A74-4A9D-06B4-12174AF5D93B}"/>
              </a:ext>
            </a:extLst>
          </p:cNvPr>
          <p:cNvSpPr txBox="1"/>
          <p:nvPr/>
        </p:nvSpPr>
        <p:spPr>
          <a:xfrm>
            <a:off x="5143499" y="3088586"/>
            <a:ext cx="3228975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effectLst/>
                <a:latin typeface="Consolas" panose="020B0609020204030204" pitchFamily="49" charset="0"/>
              </a:rPr>
              <a:t>(</a:t>
            </a:r>
            <a:r>
              <a:rPr lang="fr-FR" b="0" dirty="0" err="1">
                <a:effectLst/>
                <a:latin typeface="Consolas" panose="020B0609020204030204" pitchFamily="49" charset="0"/>
              </a:rPr>
              <a:t>see</a:t>
            </a:r>
            <a:r>
              <a:rPr lang="fr-FR" b="0" dirty="0">
                <a:effectLst/>
                <a:latin typeface="Consolas" panose="020B0609020204030204" pitchFamily="49" charset="0"/>
              </a:rPr>
              <a:t> @</a:t>
            </a:r>
            <a:r>
              <a:rPr lang="fr-FR" dirty="0">
                <a:latin typeface="Consolas" panose="020B0609020204030204" pitchFamily="49" charset="0"/>
              </a:rPr>
              <a:t>eq-mratio</a:t>
            </a:r>
            <a:r>
              <a:rPr lang="fr-FR" b="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96BF23-6F12-7B09-B653-347C53CF6335}"/>
              </a:ext>
            </a:extLst>
          </p:cNvPr>
          <p:cNvSpPr txBox="1"/>
          <p:nvPr/>
        </p:nvSpPr>
        <p:spPr>
          <a:xfrm>
            <a:off x="5161084" y="2698970"/>
            <a:ext cx="1907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In the text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011FC97D-3B8C-342F-8C13-F7D18B612A06}"/>
              </a:ext>
            </a:extLst>
          </p:cNvPr>
          <p:cNvSpPr/>
          <p:nvPr/>
        </p:nvSpPr>
        <p:spPr>
          <a:xfrm>
            <a:off x="4769827" y="1772970"/>
            <a:ext cx="373672" cy="1656030"/>
          </a:xfrm>
          <a:prstGeom prst="rightBrace">
            <a:avLst>
              <a:gd name="adj1" fmla="val 58340"/>
              <a:gd name="adj2" fmla="val 5159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F3FA5-05D0-3DD6-410E-7BED12C8D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345" y="1962531"/>
            <a:ext cx="202910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02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6CFC-F534-84BF-84D2-48E5D410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07C7E5-7652-4E75-DE2D-6CCE2D3F1D2F}"/>
              </a:ext>
            </a:extLst>
          </p:cNvPr>
          <p:cNvSpPr txBox="1"/>
          <p:nvPr/>
        </p:nvSpPr>
        <p:spPr>
          <a:xfrm>
            <a:off x="325832" y="520917"/>
            <a:ext cx="44759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u="sng" dirty="0">
                <a:latin typeface="Inter 24pt" panose="02000503000000020004" pitchFamily="2" charset="0"/>
                <a:ea typeface="Inter 24pt" panose="02000503000000020004" pitchFamily="2" charset="0"/>
              </a:rPr>
              <a:t>Pros and cons</a:t>
            </a:r>
            <a:endParaRPr lang="fr-FR" sz="5000" b="1" u="sng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64039-0770-EE4D-A2C7-C496E571C32C}"/>
              </a:ext>
            </a:extLst>
          </p:cNvPr>
          <p:cNvSpPr txBox="1"/>
          <p:nvPr/>
        </p:nvSpPr>
        <p:spPr>
          <a:xfrm>
            <a:off x="266810" y="1772970"/>
            <a:ext cx="104050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Cool because: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Computationnaly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 reproducible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Way more flexible: addition or remove of participant doesn’t matter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Standardized way to report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Less burden with the copy paste of results/referencing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Collaboration a bit tedious, notably for the comment/writing suggestion (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github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?)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Can’t write your results section on your phone during your flight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Can take time to render the file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Possibility of using a 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save_or_load</a:t>
            </a: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() function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Inter 24pt" panose="02000503000000020004" pitchFamily="2" charset="0"/>
                <a:ea typeface="Inter 24pt" panose="02000503000000020004" pitchFamily="2" charset="0"/>
              </a:rPr>
              <a:t>Or, save the .</a:t>
            </a:r>
            <a:r>
              <a:rPr lang="en-US" sz="2000" dirty="0" err="1">
                <a:latin typeface="Inter 24pt" panose="02000503000000020004" pitchFamily="2" charset="0"/>
                <a:ea typeface="Inter 24pt" panose="02000503000000020004" pitchFamily="2" charset="0"/>
              </a:rPr>
              <a:t>Rdata</a:t>
            </a:r>
            <a:endParaRPr lang="en-US" sz="2000" dirty="0">
              <a:latin typeface="Inter 24pt" panose="02000503000000020004" pitchFamily="2" charset="0"/>
              <a:ea typeface="Inter 24pt" panose="02000503000000020004" pitchFamily="2" charset="0"/>
            </a:endParaRPr>
          </a:p>
        </p:txBody>
      </p:sp>
      <p:pic>
        <p:nvPicPr>
          <p:cNvPr id="7" name="Graphic 6" descr="Airplane outline">
            <a:extLst>
              <a:ext uri="{FF2B5EF4-FFF2-40B4-BE49-F238E27FC236}">
                <a16:creationId xmlns:a16="http://schemas.microsoft.com/office/drawing/2014/main" id="{533D458C-22A6-E56E-3027-2A4A976E1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026814">
            <a:off x="8522949" y="3897361"/>
            <a:ext cx="455283" cy="455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E6D1B7-777E-8424-2DE2-34DF51085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" y="5463860"/>
            <a:ext cx="7393061" cy="97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4122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0</TotalTime>
  <Words>693</Words>
  <Application>Microsoft Office PowerPoint</Application>
  <PresentationFormat>Widescreen</PresentationFormat>
  <Paragraphs>109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Consolas</vt:lpstr>
      <vt:lpstr>Corbel</vt:lpstr>
      <vt:lpstr>Inter 24pt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Lietard</dc:creator>
  <cp:lastModifiedBy>Alexandre Lietard</cp:lastModifiedBy>
  <cp:revision>1</cp:revision>
  <dcterms:created xsi:type="dcterms:W3CDTF">2026-06-05T11:41:46Z</dcterms:created>
  <dcterms:modified xsi:type="dcterms:W3CDTF">2026-06-09T07:35:08Z</dcterms:modified>
</cp:coreProperties>
</file>